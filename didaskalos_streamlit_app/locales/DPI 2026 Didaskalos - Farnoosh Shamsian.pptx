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slideMasters/_rels/slideMaster3.xml.rels" ContentType="application/vnd.openxmlformats-package.relationships+xml"/>
  <Override PartName="/ppt/slideMasters/_rels/slideMaster4.xml.rels" ContentType="application/vnd.openxmlformats-package.relationships+xml"/>
  <Override PartName="/ppt/slideMasters/_rels/slideMaster5.xml.rels" ContentType="application/vnd.openxmlformats-package.relationships+xml"/>
  <Override PartName="/ppt/slideMasters/_rels/slideMaster6.xml.rels" ContentType="application/vnd.openxmlformats-package.relationships+xml"/>
  <Override PartName="/ppt/slideMasters/_rels/slideMaster7.xml.rels" ContentType="application/vnd.openxmlformats-package.relationships+xml"/>
  <Override PartName="/ppt/slideMasters/_rels/slideMaster8.xml.rels" ContentType="application/vnd.openxmlformats-package.relationships+xml"/>
  <Override PartName="/ppt/slideLayouts/slideLayout50.xml" ContentType="application/vnd.openxmlformats-officedocument.presentationml.slideLayout+xml"/>
  <Override PartName="/ppt/slideLayouts/slideLayout1.xml" ContentType="application/vnd.openxmlformats-officedocument.presentationml.slideLayout+xml"/>
  <Override PartName="/ppt/slideLayouts/slideLayout51.xml" ContentType="application/vnd.openxmlformats-officedocument.presentationml.slideLayout+xml"/>
  <Override PartName="/ppt/slideLayouts/slideLayout2.xml" ContentType="application/vnd.openxmlformats-officedocument.presentationml.slideLayout+xml"/>
  <Override PartName="/ppt/slideLayouts/slideLayout52.xml" ContentType="application/vnd.openxmlformats-officedocument.presentationml.slideLayout+xml"/>
  <Override PartName="/ppt/slideLayouts/slideLayout3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31.xml" ContentType="application/vnd.openxmlformats-officedocument.presentationml.slideLayout+xml"/>
  <Override PartName="/ppt/slideLayouts/slideLayout53.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32.xml" ContentType="application/vnd.openxmlformats-officedocument.presentationml.slideLayout+xml"/>
  <Override PartName="/ppt/slideLayouts/slideLayout54.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33.xml" ContentType="application/vnd.openxmlformats-officedocument.presentationml.slideLayout+xml"/>
  <Override PartName="/ppt/slideLayouts/slideLayout55.xml" ContentType="application/vnd.openxmlformats-officedocument.presentationml.slideLayout+xml"/>
  <Override PartName="/ppt/slideLayouts/slideLayout7.xml" ContentType="application/vnd.openxmlformats-officedocument.presentationml.slideLayout+xml"/>
  <Override PartName="/ppt/slideLayouts/slideLayout12.xml" ContentType="application/vnd.openxmlformats-officedocument.presentationml.slideLayout+xml"/>
  <Override PartName="/ppt/slideLayouts/slideLayout34.xml" ContentType="application/vnd.openxmlformats-officedocument.presentationml.slideLayout+xml"/>
  <Override PartName="/ppt/slideLayouts/slideLayout56.xml" ContentType="application/vnd.openxmlformats-officedocument.presentationml.slideLayout+xml"/>
  <Override PartName="/ppt/slideLayouts/slideLayout8.xml" ContentType="application/vnd.openxmlformats-officedocument.presentationml.slideLayout+xml"/>
  <Override PartName="/ppt/slideLayouts/slideLayout13.xml" ContentType="application/vnd.openxmlformats-officedocument.presentationml.slideLayout+xml"/>
  <Override PartName="/ppt/slideLayouts/slideLayout35.xml" ContentType="application/vnd.openxmlformats-officedocument.presentationml.slideLayout+xml"/>
  <Override PartName="/ppt/slideLayouts/slideLayout57.xml" ContentType="application/vnd.openxmlformats-officedocument.presentationml.slideLayout+xml"/>
  <Override PartName="/ppt/slideLayouts/slideLayout9.xml" ContentType="application/vnd.openxmlformats-officedocument.presentationml.slideLayout+xml"/>
  <Override PartName="/ppt/slideLayouts/slideLayout14.xml" ContentType="application/vnd.openxmlformats-officedocument.presentationml.slideLayout+xml"/>
  <Override PartName="/ppt/slideLayouts/slideLayout36.xml" ContentType="application/vnd.openxmlformats-officedocument.presentationml.slideLayout+xml"/>
  <Override PartName="/ppt/slideLayouts/slideLayout58.xml" ContentType="application/vnd.openxmlformats-officedocument.presentationml.slideLayout+xml"/>
  <Override PartName="/ppt/slideLayouts/slideLayout15.xml" ContentType="application/vnd.openxmlformats-officedocument.presentationml.slideLayout+xml"/>
  <Override PartName="/ppt/slideLayouts/slideLayout37.xml" ContentType="application/vnd.openxmlformats-officedocument.presentationml.slideLayout+xml"/>
  <Override PartName="/ppt/slideLayouts/slideLayout59.xml" ContentType="application/vnd.openxmlformats-officedocument.presentationml.slideLayout+xml"/>
  <Override PartName="/ppt/slideLayouts/slideLayout16.xml" ContentType="application/vnd.openxmlformats-officedocument.presentationml.slideLayout+xml"/>
  <Override PartName="/ppt/slideLayouts/slideLayout38.xml" ContentType="application/vnd.openxmlformats-officedocument.presentationml.slideLayout+xml"/>
  <Override PartName="/ppt/slideLayouts/slideLayout17.xml" ContentType="application/vnd.openxmlformats-officedocument.presentationml.slideLayout+xml"/>
  <Override PartName="/ppt/slideLayouts/slideLayout39.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42.xml" ContentType="application/vnd.openxmlformats-officedocument.presentationml.slideLayout+xml"/>
  <Override PartName="/ppt/slideLayouts/slideLayout64.xml" ContentType="application/vnd.openxmlformats-officedocument.presentationml.slideLayout+xml"/>
  <Override PartName="/ppt/slideLayouts/slideLayout21.xml" ContentType="application/vnd.openxmlformats-officedocument.presentationml.slideLayout+xml"/>
  <Override PartName="/ppt/slideLayouts/slideLayout43.xml" ContentType="application/vnd.openxmlformats-officedocument.presentationml.slideLayout+xml"/>
  <Override PartName="/ppt/slideLayouts/slideLayout22.xml" ContentType="application/vnd.openxmlformats-officedocument.presentationml.slideLayout+xml"/>
  <Override PartName="/ppt/slideLayouts/slideLayout44.xml" ContentType="application/vnd.openxmlformats-officedocument.presentationml.slideLayout+xml"/>
  <Override PartName="/ppt/slideLayouts/slideLayout23.xml" ContentType="application/vnd.openxmlformats-officedocument.presentationml.slideLayout+xml"/>
  <Override PartName="/ppt/slideLayouts/slideLayout45.xml" ContentType="application/vnd.openxmlformats-officedocument.presentationml.slideLayout+xml"/>
  <Override PartName="/ppt/slideLayouts/slideLayout24.xml" ContentType="application/vnd.openxmlformats-officedocument.presentationml.slideLayout+xml"/>
  <Override PartName="/ppt/slideLayouts/slideLayout46.xml" ContentType="application/vnd.openxmlformats-officedocument.presentationml.slideLayout+xml"/>
  <Override PartName="/ppt/slideLayouts/slideLayout25.xml" ContentType="application/vnd.openxmlformats-officedocument.presentationml.slideLayout+xml"/>
  <Override PartName="/ppt/slideLayouts/slideLayout47.xml" ContentType="application/vnd.openxmlformats-officedocument.presentationml.slideLayout+xml"/>
  <Override PartName="/ppt/slideLayouts/slideLayout26.xml" ContentType="application/vnd.openxmlformats-officedocument.presentationml.slideLayout+xml"/>
  <Override PartName="/ppt/slideLayouts/slideLayout48.xml" ContentType="application/vnd.openxmlformats-officedocument.presentationml.slideLayout+xml"/>
  <Override PartName="/ppt/slideLayouts/slideLayout27.xml" ContentType="application/vnd.openxmlformats-officedocument.presentationml.slideLayout+xml"/>
  <Override PartName="/ppt/slideLayouts/slideLayout49.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40.xml" ContentType="application/vnd.openxmlformats-officedocument.presentationml.slideLayout+xml"/>
  <Override PartName="/ppt/slideLayouts/slideLayout62.xml" ContentType="application/vnd.openxmlformats-officedocument.presentationml.slideLayout+xml"/>
  <Override PartName="/ppt/slideLayouts/slideLayout41.xml" ContentType="application/vnd.openxmlformats-officedocument.presentationml.slideLayout+xml"/>
  <Override PartName="/ppt/slideLayouts/slideLayout63.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_rels/slideLayout50.xml.rels" ContentType="application/vnd.openxmlformats-package.relationships+xml"/>
  <Override PartName="/ppt/slideLayouts/_rels/slideLayout1.xml.rels" ContentType="application/vnd.openxmlformats-package.relationships+xml"/>
  <Override PartName="/ppt/slideLayouts/_rels/slideLayout51.xml.rels" ContentType="application/vnd.openxmlformats-package.relationships+xml"/>
  <Override PartName="/ppt/slideLayouts/_rels/slideLayout2.xml.rels" ContentType="application/vnd.openxmlformats-package.relationships+xml"/>
  <Override PartName="/ppt/slideLayouts/_rels/slideLayout52.xml.rels" ContentType="application/vnd.openxmlformats-package.relationships+xml"/>
  <Override PartName="/ppt/slideLayouts/_rels/slideLayout30.xml.rels" ContentType="application/vnd.openxmlformats-package.relationships+xml"/>
  <Override PartName="/ppt/slideLayouts/_rels/slideLayout3.xml.rels" ContentType="application/vnd.openxmlformats-package.relationships+xml"/>
  <Override PartName="/ppt/slideLayouts/_rels/slideLayout53.xml.rels" ContentType="application/vnd.openxmlformats-package.relationships+xml"/>
  <Override PartName="/ppt/slideLayouts/_rels/slideLayout31.xml.rels" ContentType="application/vnd.openxmlformats-package.relationships+xml"/>
  <Override PartName="/ppt/slideLayouts/_rels/slideLayout4.xml.rels" ContentType="application/vnd.openxmlformats-package.relationships+xml"/>
  <Override PartName="/ppt/slideLayouts/_rels/slideLayout54.xml.rels" ContentType="application/vnd.openxmlformats-package.relationships+xml"/>
  <Override PartName="/ppt/slideLayouts/_rels/slideLayout32.xml.rels" ContentType="application/vnd.openxmlformats-package.relationships+xml"/>
  <Override PartName="/ppt/slideLayouts/_rels/slideLayout10.xml.rels" ContentType="application/vnd.openxmlformats-package.relationships+xml"/>
  <Override PartName="/ppt/slideLayouts/_rels/slideLayout5.xml.rels" ContentType="application/vnd.openxmlformats-package.relationships+xml"/>
  <Override PartName="/ppt/slideLayouts/_rels/slideLayout55.xml.rels" ContentType="application/vnd.openxmlformats-package.relationships+xml"/>
  <Override PartName="/ppt/slideLayouts/_rels/slideLayout33.xml.rels" ContentType="application/vnd.openxmlformats-package.relationships+xml"/>
  <Override PartName="/ppt/slideLayouts/_rels/slideLayout11.xml.rels" ContentType="application/vnd.openxmlformats-package.relationships+xml"/>
  <Override PartName="/ppt/slideLayouts/_rels/slideLayout6.xml.rels" ContentType="application/vnd.openxmlformats-package.relationships+xml"/>
  <Override PartName="/ppt/slideLayouts/_rels/slideLayout56.xml.rels" ContentType="application/vnd.openxmlformats-package.relationships+xml"/>
  <Override PartName="/ppt/slideLayouts/_rels/slideLayout34.xml.rels" ContentType="application/vnd.openxmlformats-package.relationships+xml"/>
  <Override PartName="/ppt/slideLayouts/_rels/slideLayout12.xml.rels" ContentType="application/vnd.openxmlformats-package.relationships+xml"/>
  <Override PartName="/ppt/slideLayouts/_rels/slideLayout7.xml.rels" ContentType="application/vnd.openxmlformats-package.relationships+xml"/>
  <Override PartName="/ppt/slideLayouts/_rels/slideLayout57.xml.rels" ContentType="application/vnd.openxmlformats-package.relationships+xml"/>
  <Override PartName="/ppt/slideLayouts/_rels/slideLayout35.xml.rels" ContentType="application/vnd.openxmlformats-package.relationships+xml"/>
  <Override PartName="/ppt/slideLayouts/_rels/slideLayout13.xml.rels" ContentType="application/vnd.openxmlformats-package.relationships+xml"/>
  <Override PartName="/ppt/slideLayouts/_rels/slideLayout8.xml.rels" ContentType="application/vnd.openxmlformats-package.relationships+xml"/>
  <Override PartName="/ppt/slideLayouts/_rels/slideLayout58.xml.rels" ContentType="application/vnd.openxmlformats-package.relationships+xml"/>
  <Override PartName="/ppt/slideLayouts/_rels/slideLayout36.xml.rels" ContentType="application/vnd.openxmlformats-package.relationships+xml"/>
  <Override PartName="/ppt/slideLayouts/_rels/slideLayout14.xml.rels" ContentType="application/vnd.openxmlformats-package.relationships+xml"/>
  <Override PartName="/ppt/slideLayouts/_rels/slideLayout9.xml.rels" ContentType="application/vnd.openxmlformats-package.relationships+xml"/>
  <Override PartName="/ppt/slideLayouts/_rels/slideLayout59.xml.rels" ContentType="application/vnd.openxmlformats-package.relationships+xml"/>
  <Override PartName="/ppt/slideLayouts/_rels/slideLayout37.xml.rels" ContentType="application/vnd.openxmlformats-package.relationships+xml"/>
  <Override PartName="/ppt/slideLayouts/_rels/slideLayout15.xml.rels" ContentType="application/vnd.openxmlformats-package.relationships+xml"/>
  <Override PartName="/ppt/slideLayouts/_rels/slideLayout38.xml.rels" ContentType="application/vnd.openxmlformats-package.relationships+xml"/>
  <Override PartName="/ppt/slideLayouts/_rels/slideLayout16.xml.rels" ContentType="application/vnd.openxmlformats-package.relationships+xml"/>
  <Override PartName="/ppt/slideLayouts/_rels/slideLayout39.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19.xml.rels" ContentType="application/vnd.openxmlformats-package.relationships+xml"/>
  <Override PartName="/ppt/slideLayouts/_rels/slideLayout64.xml.rels" ContentType="application/vnd.openxmlformats-package.relationships+xml"/>
  <Override PartName="/ppt/slideLayouts/_rels/slideLayout42.xml.rels" ContentType="application/vnd.openxmlformats-package.relationships+xml"/>
  <Override PartName="/ppt/slideLayouts/_rels/slideLayout20.xml.rels" ContentType="application/vnd.openxmlformats-package.relationships+xml"/>
  <Override PartName="/ppt/slideLayouts/_rels/slideLayout43.xml.rels" ContentType="application/vnd.openxmlformats-package.relationships+xml"/>
  <Override PartName="/ppt/slideLayouts/_rels/slideLayout21.xml.rels" ContentType="application/vnd.openxmlformats-package.relationships+xml"/>
  <Override PartName="/ppt/slideLayouts/_rels/slideLayout44.xml.rels" ContentType="application/vnd.openxmlformats-package.relationships+xml"/>
  <Override PartName="/ppt/slideLayouts/_rels/slideLayout22.xml.rels" ContentType="application/vnd.openxmlformats-package.relationships+xml"/>
  <Override PartName="/ppt/slideLayouts/_rels/slideLayout45.xml.rels" ContentType="application/vnd.openxmlformats-package.relationships+xml"/>
  <Override PartName="/ppt/slideLayouts/_rels/slideLayout23.xml.rels" ContentType="application/vnd.openxmlformats-package.relationships+xml"/>
  <Override PartName="/ppt/slideLayouts/_rels/slideLayout46.xml.rels" ContentType="application/vnd.openxmlformats-package.relationships+xml"/>
  <Override PartName="/ppt/slideLayouts/_rels/slideLayout24.xml.rels" ContentType="application/vnd.openxmlformats-package.relationships+xml"/>
  <Override PartName="/ppt/slideLayouts/_rels/slideLayout47.xml.rels" ContentType="application/vnd.openxmlformats-package.relationships+xml"/>
  <Override PartName="/ppt/slideLayouts/_rels/slideLayout25.xml.rels" ContentType="application/vnd.openxmlformats-package.relationships+xml"/>
  <Override PartName="/ppt/slideLayouts/_rels/slideLayout48.xml.rels" ContentType="application/vnd.openxmlformats-package.relationships+xml"/>
  <Override PartName="/ppt/slideLayouts/_rels/slideLayout26.xml.rels" ContentType="application/vnd.openxmlformats-package.relationships+xml"/>
  <Override PartName="/ppt/slideLayouts/_rels/slideLayout49.xml.rels" ContentType="application/vnd.openxmlformats-package.relationships+xml"/>
  <Override PartName="/ppt/slideLayouts/_rels/slideLayout27.xml.rels" ContentType="application/vnd.openxmlformats-package.relationships+xml"/>
  <Override PartName="/ppt/slideLayouts/_rels/slideLayout28.xml.rels" ContentType="application/vnd.openxmlformats-package.relationships+xml"/>
  <Override PartName="/ppt/slideLayouts/_rels/slideLayout29.xml.rels" ContentType="application/vnd.openxmlformats-package.relationships+xml"/>
  <Override PartName="/ppt/slideLayouts/_rels/slideLayout62.xml.rels" ContentType="application/vnd.openxmlformats-package.relationships+xml"/>
  <Override PartName="/ppt/slideLayouts/_rels/slideLayout40.xml.rels" ContentType="application/vnd.openxmlformats-package.relationships+xml"/>
  <Override PartName="/ppt/slideLayouts/_rels/slideLayout63.xml.rels" ContentType="application/vnd.openxmlformats-package.relationships+xml"/>
  <Override PartName="/ppt/slideLayouts/_rels/slideLayout41.xml.rels" ContentType="application/vnd.openxmlformats-package.relationships+xml"/>
  <Override PartName="/ppt/slideLayouts/_rels/slideLayout60.xml.rels" ContentType="application/vnd.openxmlformats-package.relationships+xml"/>
  <Override PartName="/ppt/slideLayouts/_rels/slideLayout61.xml.rels" ContentType="application/vnd.openxmlformats-package.relationships+xml"/>
  <Override PartName="/ppt/slideLayouts/_rels/slideLayout65.xml.rels" ContentType="application/vnd.openxmlformats-package.relationships+xml"/>
  <Override PartName="/ppt/slideLayouts/_rels/slideLayout66.xml.rels" ContentType="application/vnd.openxmlformats-package.relationships+xml"/>
  <Override PartName="/ppt/slideLayouts/_rels/slideLayout67.xml.rels" ContentType="application/vnd.openxmlformats-package.relationships+xml"/>
  <Override PartName="/ppt/slideLayouts/_rels/slideLayout68.xml.rels" ContentType="application/vnd.openxmlformats-package.relationships+xml"/>
  <Override PartName="/ppt/slideLayouts/_rels/slideLayout69.xml.rels" ContentType="application/vnd.openxmlformats-package.relationships+xml"/>
  <Override PartName="/ppt/slideLayouts/_rels/slideLayout70.xml.rels" ContentType="application/vnd.openxmlformats-package.relationships+xml"/>
  <Override PartName="/ppt/slideLayouts/_rels/slideLayout71.xml.rels" ContentType="application/vnd.openxmlformats-package.relationships+xml"/>
  <Override PartName="/ppt/slideLayouts/_rels/slideLayout72.xml.rels" ContentType="application/vnd.openxmlformats-package.relationships+xml"/>
  <Override PartName="/ppt/slideLayouts/_rels/slideLayout73.xml.rels" ContentType="application/vnd.openxmlformats-package.relationships+xml"/>
  <Override PartName="/ppt/slideLayouts/_rels/slideLayout74.xml.rels" ContentType="application/vnd.openxmlformats-package.relationships+xml"/>
  <Override PartName="/ppt/slideLayouts/_rels/slideLayout75.xml.rels" ContentType="application/vnd.openxmlformats-package.relationships+xml"/>
  <Override PartName="/ppt/slideLayouts/_rels/slideLayout76.xml.rels" ContentType="application/vnd.openxmlformats-package.relationships+xml"/>
  <Override PartName="/ppt/slideLayouts/_rels/slideLayout77.xml.rels" ContentType="application/vnd.openxmlformats-package.relationships+xml"/>
  <Override PartName="/ppt/slideLayouts/_rels/slideLayout78.xml.rels" ContentType="application/vnd.openxmlformats-package.relationships+xml"/>
  <Override PartName="/ppt/slideLayouts/_rels/slideLayout79.xml.rels" ContentType="application/vnd.openxmlformats-package.relationships+xml"/>
  <Override PartName="/ppt/slideLayouts/_rels/slideLayout80.xml.rels" ContentType="application/vnd.openxmlformats-package.relationships+xml"/>
  <Override PartName="/ppt/slideLayouts/_rels/slideLayout81.xml.rels" ContentType="application/vnd.openxmlformats-package.relationships+xml"/>
  <Override PartName="/ppt/slideLayouts/_rels/slideLayout82.xml.rels" ContentType="application/vnd.openxmlformats-package.relationships+xml"/>
  <Override PartName="/ppt/slideLayouts/_rels/slideLayout83.xml.rels" ContentType="application/vnd.openxmlformats-package.relationships+xml"/>
  <Override PartName="/ppt/slideLayouts/_rels/slideLayout84.xml.rels" ContentType="application/vnd.openxmlformats-package.relationships+xml"/>
  <Override PartName="/ppt/slideLayouts/_rels/slideLayout85.xml.rels" ContentType="application/vnd.openxmlformats-package.relationships+xml"/>
  <Override PartName="/ppt/slideLayouts/_rels/slideLayout86.xml.rels" ContentType="application/vnd.openxmlformats-package.relationships+xml"/>
  <Override PartName="/ppt/slideLayouts/_rels/slideLayout87.xml.rels" ContentType="application/vnd.openxmlformats-package.relationships+xml"/>
  <Override PartName="/ppt/slideLayouts/_rels/slideLayout88.xml.rels" ContentType="application/vnd.openxmlformats-package.relationships+xml"/>
  <Override PartName="/ppt/slideLayouts/_rels/slideLayout89.xml.rels" ContentType="application/vnd.openxmlformats-package.relationships+xml"/>
  <Override PartName="/ppt/slideLayouts/_rels/slideLayout90.xml.rels" ContentType="application/vnd.openxmlformats-package.relationships+xml"/>
  <Override PartName="/ppt/slideLayouts/_rels/slideLayout91.xml.rels" ContentType="application/vnd.openxmlformats-package.relationships+xml"/>
  <Override PartName="/ppt/slideLayouts/_rels/slideLayout92.xml.rels" ContentType="application/vnd.openxmlformats-package.relationships+xml"/>
  <Override PartName="/ppt/slideLayouts/_rels/slideLayout93.xml.rels" ContentType="application/vnd.openxmlformats-package.relationships+xml"/>
  <Override PartName="/ppt/slideLayouts/_rels/slideLayout94.xml.rels" ContentType="application/vnd.openxmlformats-package.relationships+xml"/>
  <Override PartName="/ppt/slideLayouts/_rels/slideLayout95.xml.rels" ContentType="application/vnd.openxmlformats-package.relationships+xml"/>
  <Override PartName="/ppt/slideLayouts/_rels/slideLayout96.xml.rels" ContentType="application/vnd.openxmlformats-package.relationships+xml"/>
  <Override PartName="/ppt/_rels/presentation.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presProps.xml" ContentType="application/vnd.openxmlformats-officedocument.presentationml.presProps+xml"/>
  <Override PartName="/ppt/media/image1.jpeg" ContentType="image/jpeg"/>
  <Override PartName="/ppt/media/image8.png" ContentType="image/png"/>
  <Override PartName="/ppt/media/image2.jpeg" ContentType="image/jpeg"/>
  <Override PartName="/ppt/media/image3.png" ContentType="image/png"/>
  <Override PartName="/ppt/media/image11.jpeg" ContentType="image/jpeg"/>
  <Override PartName="/ppt/media/image6.jpeg" ContentType="image/jpeg"/>
  <Override PartName="/ppt/media/image4.png" ContentType="image/png"/>
  <Override PartName="/ppt/media/image5.png" ContentType="image/png"/>
  <Override PartName="/ppt/media/image17.jpeg" ContentType="image/jpeg"/>
  <Override PartName="/ppt/media/image7.jpeg" ContentType="image/jpeg"/>
  <Override PartName="/ppt/media/image12.jpeg" ContentType="image/jpeg"/>
  <Override PartName="/ppt/media/image9.jpeg" ContentType="image/jpeg"/>
  <Override PartName="/ppt/media/image14.jpeg" ContentType="image/jpeg"/>
  <Override PartName="/ppt/media/image10.jpeg" ContentType="image/jpeg"/>
  <Override PartName="/ppt/media/image13.jpeg" ContentType="image/jpeg"/>
  <Override PartName="/ppt/media/image15.png" ContentType="image/png"/>
  <Override PartName="/ppt/media/image16.jpeg" ContentType="image/jpeg"/>
  <Override PartName="/ppt/media/image22.png" ContentType="image/png"/>
  <Override PartName="/ppt/media/image18.png" ContentType="image/png"/>
  <Override PartName="/ppt/media/image19.png" ContentType="image/png"/>
  <Override PartName="/ppt/media/image20.jpeg" ContentType="image/jpeg"/>
  <Override PartName="/ppt/media/image21.jpeg" ContentType="image/jpeg"/>
  <Override PartName="/ppt/media/image23.png" ContentType="image/png"/>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slides/_rels/slide20.xml.rels" ContentType="application/vnd.openxmlformats-package.relationships+xml"/>
  <Override PartName="/ppt/slides/_rels/slide21.xml.rels" ContentType="application/vnd.openxmlformats-package.relationships+xml"/>
  <Override PartName="/ppt/slides/_rels/slide22.xml.rels" ContentType="application/vnd.openxmlformats-package.relationships+xml"/>
  <Override PartName="/ppt/slides/slide21.xml" ContentType="application/vnd.openxmlformats-officedocument.presentationml.slide+xml"/>
  <Override PartName="/ppt/slides/slide22.xml" ContentType="application/vnd.openxmlformats-officedocument.presentationml.slide+xml"/>
  <Override PartName="/_rels/.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 id="2147483713" r:id="rId7"/>
    <p:sldMasterId id="2147483726" r:id="rId8"/>
    <p:sldMasterId id="2147483739" r:id="rId9"/>
  </p:sld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2.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3.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4.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5.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7.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8.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9.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0.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2.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3.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4.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5.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6.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8.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9.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0.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1.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2.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3.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4.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5.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86.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87.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8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89.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0.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1.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2.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3.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4.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5.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6.xml.rels><?xml version="1.0" encoding="UTF-8"?>
<Relationships xmlns="http://schemas.openxmlformats.org/package/2006/relationships"><Relationship Id="rId1" Type="http://schemas.openxmlformats.org/officeDocument/2006/relationships/slideMaster" Target="../slideMasters/slideMaster8.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2"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3"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4"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6"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7"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8"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0"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1"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2"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4"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5"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7"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8"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9"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0"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2"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3"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4"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5"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6"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7"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1"/>
          </p:nvPr>
        </p:nvSpPr>
        <p:spPr/>
        <p:txBody>
          <a:bodyPr/>
          <a:p>
            <a:fld id="{15A7567B-266B-4D67-84C6-57E30F590CFC}" type="slidenum">
              <a:t>&lt;#&gt;</a:t>
            </a:fld>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2"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1"/>
          </p:nvPr>
        </p:nvSpPr>
        <p:spPr/>
        <p:txBody>
          <a:bodyPr/>
          <a:p>
            <a:fld id="{E39ABF1D-E572-44B5-864A-FD6718DB63D5}" type="slidenum">
              <a:t>&lt;#&gt;</a:t>
            </a:fld>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4"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sldNum" idx="1"/>
          </p:nvPr>
        </p:nvSpPr>
        <p:spPr/>
        <p:txBody>
          <a:bodyPr/>
          <a:p>
            <a:fld id="{D1E89E1D-B51C-4CB3-8B32-DC894E4C6B34}" type="slidenum">
              <a:t>&lt;#&gt;</a:t>
            </a:fld>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6"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7"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sldNum" idx="1"/>
          </p:nvPr>
        </p:nvSpPr>
        <p:spPr/>
        <p:txBody>
          <a:bodyPr/>
          <a:p>
            <a:fld id="{C64E66EF-02D6-4B97-B2E0-BA4E1225982B}" type="slidenum">
              <a:t>&lt;#&gt;</a:t>
            </a:fld>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sldNum" idx="1"/>
          </p:nvPr>
        </p:nvSpPr>
        <p:spPr/>
        <p:txBody>
          <a:bodyPr/>
          <a:p>
            <a:fld id="{548CD08F-B81F-44BC-B6D9-C511D8786175}" type="slidenum">
              <a:t>&lt;#&gt;</a:t>
            </a:fld>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49"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sldNum" idx="1"/>
          </p:nvPr>
        </p:nvSpPr>
        <p:spPr/>
        <p:txBody>
          <a:bodyPr/>
          <a:p>
            <a:fld id="{A91C9A99-58F6-43BB-96C8-7178FEFFAFA7}" type="slidenum">
              <a:t>&lt;#&gt;</a:t>
            </a:fld>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1"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2"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3"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sldNum" idx="1"/>
          </p:nvPr>
        </p:nvSpPr>
        <p:spPr/>
        <p:txBody>
          <a:bodyPr/>
          <a:p>
            <a:fld id="{6BB866F0-5DD0-4CFB-BF43-1AF92127CAC3}" type="slidenum">
              <a:t>&lt;#&gt;</a:t>
            </a:fld>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5"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6"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7"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sldNum" idx="1"/>
          </p:nvPr>
        </p:nvSpPr>
        <p:spPr/>
        <p:txBody>
          <a:bodyPr/>
          <a:p>
            <a:fld id="{74B2C452-2A3A-43B3-9D9B-27862767EB8B}" type="slidenum">
              <a:t>&lt;#&gt;</a:t>
            </a:fld>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5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9"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0"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1"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sldNum" idx="1"/>
          </p:nvPr>
        </p:nvSpPr>
        <p:spPr/>
        <p:txBody>
          <a:bodyPr/>
          <a:p>
            <a:fld id="{FFCBDDDC-9D4E-43A4-BA50-02E198818E71}" type="slidenum">
              <a:t>&lt;#&gt;</a:t>
            </a:fld>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3"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4"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sldNum" idx="1"/>
          </p:nvPr>
        </p:nvSpPr>
        <p:spPr/>
        <p:txBody>
          <a:bodyPr/>
          <a:p>
            <a:fld id="{C20E9C4B-A3FA-4E5A-980D-CAFC0FAB489A}" type="slidenum">
              <a:t>&lt;#&gt;</a:t>
            </a:fld>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6"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7"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8"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9"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sldNum" idx="1"/>
          </p:nvPr>
        </p:nvSpPr>
        <p:spPr/>
        <p:txBody>
          <a:bodyPr/>
          <a:p>
            <a:fld id="{815F3D78-77FE-45C5-B50F-067390D698D5}" type="slidenum">
              <a:t>&lt;#&gt;</a:t>
            </a:fld>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1"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2"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3"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4"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5"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6"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 name="PlaceHolder 8"/>
          <p:cNvSpPr>
            <a:spLocks noGrp="1"/>
          </p:cNvSpPr>
          <p:nvPr>
            <p:ph type="sldNum" idx="1"/>
          </p:nvPr>
        </p:nvSpPr>
        <p:spPr/>
        <p:txBody>
          <a:bodyPr/>
          <a:p>
            <a:fld id="{650286C6-C87B-4BB2-AE15-41A1662D90BE}" type="slidenum">
              <a:t>&lt;#&gt;</a:t>
            </a:fld>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2"/>
          </p:nvPr>
        </p:nvSpPr>
        <p:spPr/>
        <p:txBody>
          <a:bodyPr/>
          <a:p>
            <a:fld id="{416EFB82-DD1A-48DB-A745-B5D80FF6A518}" type="slidenum">
              <a:t>&lt;#&gt;</a:t>
            </a:fld>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6"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2"/>
          </p:nvPr>
        </p:nvSpPr>
        <p:spPr/>
        <p:txBody>
          <a:bodyPr/>
          <a:p>
            <a:fld id="{A9F5613C-53DC-4E5A-987B-A98958A8EA50}" type="slidenum">
              <a:t>&lt;#&gt;</a:t>
            </a:fld>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8"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sldNum" idx="2"/>
          </p:nvPr>
        </p:nvSpPr>
        <p:spPr/>
        <p:txBody>
          <a:bodyPr/>
          <a:p>
            <a:fld id="{FF37262F-1D69-4EE6-B605-4DED1B8873F4}" type="slidenum">
              <a:t>&lt;#&gt;</a:t>
            </a:fld>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8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90"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1"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sldNum" idx="2"/>
          </p:nvPr>
        </p:nvSpPr>
        <p:spPr/>
        <p:txBody>
          <a:bodyPr/>
          <a:p>
            <a:fld id="{14713D18-0F83-412C-990E-760BEF7D51C5}" type="slidenum">
              <a:t>&lt;#&gt;</a:t>
            </a:fld>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sldNum" idx="2"/>
          </p:nvPr>
        </p:nvSpPr>
        <p:spPr/>
        <p:txBody>
          <a:bodyPr/>
          <a:p>
            <a:fld id="{16145C2B-4E0B-4E29-8828-3E1CB4E6631B}" type="slidenum">
              <a:t>&lt;#&gt;</a:t>
            </a:fld>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93"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sldNum" idx="2"/>
          </p:nvPr>
        </p:nvSpPr>
        <p:spPr/>
        <p:txBody>
          <a:bodyPr/>
          <a:p>
            <a:fld id="{6B308C7E-79D5-467A-BF56-6BBDDE0A6064}" type="slidenum">
              <a:t>&lt;#&gt;</a:t>
            </a:fld>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9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95"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6"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7"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sldNum" idx="2"/>
          </p:nvPr>
        </p:nvSpPr>
        <p:spPr/>
        <p:txBody>
          <a:bodyPr/>
          <a:p>
            <a:fld id="{97C5F92A-0EF8-4855-9BCC-8D211DC7DF6F}" type="slidenum">
              <a:t>&lt;#&gt;</a:t>
            </a:fld>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9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99"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00"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01"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sldNum" idx="2"/>
          </p:nvPr>
        </p:nvSpPr>
        <p:spPr/>
        <p:txBody>
          <a:bodyPr/>
          <a:p>
            <a:fld id="{AC7576D9-F12B-4647-8642-2FBB8214B5A4}" type="slidenum">
              <a:t>&lt;#&gt;</a:t>
            </a:fld>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03"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04"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05"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sldNum" idx="2"/>
          </p:nvPr>
        </p:nvSpPr>
        <p:spPr/>
        <p:txBody>
          <a:bodyPr/>
          <a:p>
            <a:fld id="{272B9C53-F5C3-456E-8CEB-BCA55A0FA2C1}" type="slidenum">
              <a:t>&lt;#&gt;</a:t>
            </a:fld>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07"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08"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sldNum" idx="2"/>
          </p:nvPr>
        </p:nvSpPr>
        <p:spPr/>
        <p:txBody>
          <a:bodyPr/>
          <a:p>
            <a:fld id="{AB3E11B8-1819-4E5E-8D3F-D68628A67D1E}" type="slidenum">
              <a:t>&lt;#&gt;</a:t>
            </a:fld>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0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10"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1"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2"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3"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sldNum" idx="2"/>
          </p:nvPr>
        </p:nvSpPr>
        <p:spPr/>
        <p:txBody>
          <a:bodyPr/>
          <a:p>
            <a:fld id="{92D153D6-C790-4266-B4A3-E1C2DDEB2579}" type="slidenum">
              <a:t>&lt;#&gt;</a:t>
            </a:fld>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15"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6"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7"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8"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9"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20"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 name="PlaceHolder 8"/>
          <p:cNvSpPr>
            <a:spLocks noGrp="1"/>
          </p:cNvSpPr>
          <p:nvPr>
            <p:ph type="sldNum" idx="2"/>
          </p:nvPr>
        </p:nvSpPr>
        <p:spPr/>
        <p:txBody>
          <a:bodyPr/>
          <a:p>
            <a:fld id="{0E8AD617-8636-4522-8504-97A832DD38DC}" type="slidenum">
              <a:t>&lt;#&gt;</a:t>
            </a:fld>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3"/>
          </p:nvPr>
        </p:nvSpPr>
        <p:spPr/>
        <p:txBody>
          <a:bodyPr/>
          <a:p>
            <a:fld id="{3339B7C4-79A7-45E9-97DC-E377680B6087}" type="slidenum">
              <a:t>&lt;#&gt;</a:t>
            </a:fld>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2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28"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3"/>
          </p:nvPr>
        </p:nvSpPr>
        <p:spPr/>
        <p:txBody>
          <a:bodyPr/>
          <a:p>
            <a:fld id="{1501D444-50D3-4597-BBD0-51441FABB820}" type="slidenum">
              <a:t>&lt;#&gt;</a:t>
            </a:fld>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2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30"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sldNum" idx="3"/>
          </p:nvPr>
        </p:nvSpPr>
        <p:spPr/>
        <p:txBody>
          <a:bodyPr/>
          <a:p>
            <a:fld id="{DFA59F45-4586-4B60-B6A9-BDB7B9CF951A}" type="slidenum">
              <a:t>&lt;#&gt;</a:t>
            </a:fld>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3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32"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33"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sldNum" idx="3"/>
          </p:nvPr>
        </p:nvSpPr>
        <p:spPr/>
        <p:txBody>
          <a:bodyPr/>
          <a:p>
            <a:fld id="{3A44356C-1911-411F-BC73-7E49C8C7C557}" type="slidenum">
              <a:t>&lt;#&gt;</a:t>
            </a:fld>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3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sldNum" idx="3"/>
          </p:nvPr>
        </p:nvSpPr>
        <p:spPr/>
        <p:txBody>
          <a:bodyPr/>
          <a:p>
            <a:fld id="{E83F9272-F21F-4313-9A14-2891254AE08F}" type="slidenum">
              <a:t>&lt;#&gt;</a:t>
            </a:fld>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5"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sldNum" idx="3"/>
          </p:nvPr>
        </p:nvSpPr>
        <p:spPr/>
        <p:txBody>
          <a:bodyPr/>
          <a:p>
            <a:fld id="{071519FD-37B3-4C4E-AF9B-9E9406DCEAE2}" type="slidenum">
              <a:t>&lt;#&gt;</a:t>
            </a:fld>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3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37"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38"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39"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sldNum" idx="3"/>
          </p:nvPr>
        </p:nvSpPr>
        <p:spPr/>
        <p:txBody>
          <a:bodyPr/>
          <a:p>
            <a:fld id="{3BEE6BC5-F14C-4F5F-86E5-8F52EA875DE8}" type="slidenum">
              <a:t>&lt;#&gt;</a:t>
            </a:fld>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4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41"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42"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43"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sldNum" idx="3"/>
          </p:nvPr>
        </p:nvSpPr>
        <p:spPr/>
        <p:txBody>
          <a:bodyPr/>
          <a:p>
            <a:fld id="{A2915FC7-69F4-4355-8727-62713D788976}" type="slidenum">
              <a:t>&lt;#&gt;</a:t>
            </a:fld>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4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45"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46"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47"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sldNum" idx="3"/>
          </p:nvPr>
        </p:nvSpPr>
        <p:spPr/>
        <p:txBody>
          <a:bodyPr/>
          <a:p>
            <a:fld id="{B1597F8A-F6AF-473B-B744-22CA27CF6FB9}" type="slidenum">
              <a:t>&lt;#&gt;</a:t>
            </a:fld>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4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49"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50"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sldNum" idx="3"/>
          </p:nvPr>
        </p:nvSpPr>
        <p:spPr/>
        <p:txBody>
          <a:bodyPr/>
          <a:p>
            <a:fld id="{296FDA05-845C-4837-BFB9-815790974407}" type="slidenum">
              <a:t>&lt;#&gt;</a:t>
            </a:fld>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5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52"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53"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54"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55"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sldNum" idx="3"/>
          </p:nvPr>
        </p:nvSpPr>
        <p:spPr/>
        <p:txBody>
          <a:bodyPr/>
          <a:p>
            <a:fld id="{DF77A238-3F53-418B-ABBF-A4597B1C7934}" type="slidenum">
              <a:t>&lt;#&gt;</a:t>
            </a:fld>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5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57"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58"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59"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60"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61"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62"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 name="PlaceHolder 8"/>
          <p:cNvSpPr>
            <a:spLocks noGrp="1"/>
          </p:cNvSpPr>
          <p:nvPr>
            <p:ph type="sldNum" idx="3"/>
          </p:nvPr>
        </p:nvSpPr>
        <p:spPr/>
        <p:txBody>
          <a:bodyPr/>
          <a:p>
            <a:fld id="{CE2623E8-7E98-4544-AD74-B6B3F557F1BF}" type="slidenum">
              <a:t>&lt;#&gt;</a:t>
            </a:fld>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4"/>
          </p:nvPr>
        </p:nvSpPr>
        <p:spPr/>
        <p:txBody>
          <a:bodyPr/>
          <a:p>
            <a:fld id="{EDFF8D08-50D1-41C1-AF8D-B22C55756240}" type="slidenum">
              <a:t>&lt;#&gt;</a:t>
            </a:fld>
          </a:p>
        </p:txBody>
      </p:sp>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6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67"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4"/>
          </p:nvPr>
        </p:nvSpPr>
        <p:spPr/>
        <p:txBody>
          <a:bodyPr/>
          <a:p>
            <a:fld id="{5514FC2D-E3BB-4838-96D3-FD08C34692FB}" type="slidenum">
              <a:t>&lt;#&gt;</a:t>
            </a:fld>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6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69"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sldNum" idx="4"/>
          </p:nvPr>
        </p:nvSpPr>
        <p:spPr/>
        <p:txBody>
          <a:bodyPr/>
          <a:p>
            <a:fld id="{7C01316D-F958-4F80-A96A-63234AB32189}" type="slidenum">
              <a:t>&lt;#&gt;</a:t>
            </a:fld>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7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71"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72"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sldNum" idx="4"/>
          </p:nvPr>
        </p:nvSpPr>
        <p:spPr/>
        <p:txBody>
          <a:bodyPr/>
          <a:p>
            <a:fld id="{EEF1EA8E-D32A-4119-8CEE-D2C5E8A9915D}" type="slidenum">
              <a:t>&lt;#&gt;</a:t>
            </a:fld>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7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sldNum" idx="4"/>
          </p:nvPr>
        </p:nvSpPr>
        <p:spPr/>
        <p:txBody>
          <a:bodyPr/>
          <a:p>
            <a:fld id="{714A6E7B-B689-4570-B295-42818867B157}" type="slidenum">
              <a:t>&lt;#&gt;</a:t>
            </a:fld>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74"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sldNum" idx="4"/>
          </p:nvPr>
        </p:nvSpPr>
        <p:spPr/>
        <p:txBody>
          <a:bodyPr/>
          <a:p>
            <a:fld id="{ECA6F7A2-1DF0-4549-9678-4E84F6527D20}" type="slidenum">
              <a:t>&lt;#&gt;</a:t>
            </a:fld>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7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76"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77"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78"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sldNum" idx="4"/>
          </p:nvPr>
        </p:nvSpPr>
        <p:spPr/>
        <p:txBody>
          <a:bodyPr/>
          <a:p>
            <a:fld id="{89D2C55F-AC93-42D6-9C4B-D9267664F752}" type="slidenum">
              <a:t>&lt;#&gt;</a:t>
            </a:fld>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7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80"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81"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82"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sldNum" idx="4"/>
          </p:nvPr>
        </p:nvSpPr>
        <p:spPr/>
        <p:txBody>
          <a:bodyPr/>
          <a:p>
            <a:fld id="{19287D01-712C-4A14-BE23-3B7B2D494663}" type="slidenum">
              <a:t>&lt;#&gt;</a:t>
            </a:fld>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8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84"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85"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86"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sldNum" idx="4"/>
          </p:nvPr>
        </p:nvSpPr>
        <p:spPr/>
        <p:txBody>
          <a:bodyPr/>
          <a:p>
            <a:fld id="{656B09C0-13B7-4412-AC8F-A108DE946B45}" type="slidenum">
              <a:t>&lt;#&gt;</a:t>
            </a:fld>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8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88"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89"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sldNum" idx="4"/>
          </p:nvPr>
        </p:nvSpPr>
        <p:spPr/>
        <p:txBody>
          <a:bodyPr/>
          <a:p>
            <a:fld id="{30F855E5-919F-40FB-A9EC-C485766EB22B}" type="slidenum">
              <a:t>&lt;#&gt;</a:t>
            </a:fld>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9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91"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92"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93"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94"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sldNum" idx="4"/>
          </p:nvPr>
        </p:nvSpPr>
        <p:spPr/>
        <p:txBody>
          <a:bodyPr/>
          <a:p>
            <a:fld id="{376E9AD9-CBE1-48B5-8B0B-8B7131F9B456}" type="slidenum">
              <a:t>&lt;#&gt;</a:t>
            </a:fld>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9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96"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97"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98"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99"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00"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01"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 name="PlaceHolder 8"/>
          <p:cNvSpPr>
            <a:spLocks noGrp="1"/>
          </p:cNvSpPr>
          <p:nvPr>
            <p:ph type="sldNum" idx="4"/>
          </p:nvPr>
        </p:nvSpPr>
        <p:spPr/>
        <p:txBody>
          <a:bodyPr/>
          <a:p>
            <a:fld id="{223E4739-2BFD-4F07-804F-7F6A3E468645}" type="slidenum">
              <a:t>&lt;#&gt;</a:t>
            </a:fld>
          </a:p>
        </p:txBody>
      </p:sp>
    </p:spTree>
  </p:cSld>
</p:sldLayout>
</file>

<file path=ppt/slideLayouts/slideLayout6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6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0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06"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Tree>
  </p:cSld>
</p:sldLayout>
</file>

<file path=ppt/slideLayouts/slideLayout6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0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08"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6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0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10"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11"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6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1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6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13"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Tree>
  </p:cSld>
</p:sldLayout>
</file>

<file path=ppt/slideLayouts/slideLayout6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1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15"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16"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17"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6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1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19"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20"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21"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6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23"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24"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25"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7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2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27"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28"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7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2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30"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31"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32"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33"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7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3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35"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36"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37"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38"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39"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40"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7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5"/>
          </p:nvPr>
        </p:nvSpPr>
        <p:spPr/>
        <p:txBody>
          <a:bodyPr/>
          <a:p>
            <a:fld id="{CC9A8D4A-3ACA-43D3-90AA-6606FDD58CCC}" type="slidenum">
              <a:t>&lt;#&gt;</a:t>
            </a:fld>
          </a:p>
        </p:txBody>
      </p:sp>
    </p:spTree>
  </p:cSld>
</p:sldLayout>
</file>

<file path=ppt/slideLayouts/slideLayout7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4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45"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5"/>
          </p:nvPr>
        </p:nvSpPr>
        <p:spPr/>
        <p:txBody>
          <a:bodyPr/>
          <a:p>
            <a:fld id="{728EB7AD-F0CD-4BC9-8165-2CDCBDA52B34}" type="slidenum">
              <a:t>&lt;#&gt;</a:t>
            </a:fld>
          </a:p>
        </p:txBody>
      </p:sp>
    </p:spTree>
  </p:cSld>
</p:sldLayout>
</file>

<file path=ppt/slideLayouts/slideLayout7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4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47"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sldNum" idx="5"/>
          </p:nvPr>
        </p:nvSpPr>
        <p:spPr/>
        <p:txBody>
          <a:bodyPr/>
          <a:p>
            <a:fld id="{70B4FBED-040A-45F4-8843-D22E142F39F0}" type="slidenum">
              <a:t>&lt;#&gt;</a:t>
            </a:fld>
          </a:p>
        </p:txBody>
      </p:sp>
    </p:spTree>
  </p:cSld>
</p:sldLayout>
</file>

<file path=ppt/slideLayouts/slideLayout7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4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49"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50"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sldNum" idx="5"/>
          </p:nvPr>
        </p:nvSpPr>
        <p:spPr/>
        <p:txBody>
          <a:bodyPr/>
          <a:p>
            <a:fld id="{5DD20F51-BA35-42AD-81DC-FC26B6CEC35E}" type="slidenum">
              <a:t>&lt;#&gt;</a:t>
            </a:fld>
          </a:p>
        </p:txBody>
      </p:sp>
    </p:spTree>
  </p:cSld>
</p:sldLayout>
</file>

<file path=ppt/slideLayouts/slideLayout7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5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sldNum" idx="5"/>
          </p:nvPr>
        </p:nvSpPr>
        <p:spPr/>
        <p:txBody>
          <a:bodyPr/>
          <a:p>
            <a:fld id="{76165474-1655-425D-B1DF-72A8BBAF040B}" type="slidenum">
              <a:t>&lt;#&gt;</a:t>
            </a:fld>
          </a:p>
        </p:txBody>
      </p:sp>
    </p:spTree>
  </p:cSld>
</p:sldLayout>
</file>

<file path=ppt/slideLayouts/slideLayout7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52"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sldNum" idx="5"/>
          </p:nvPr>
        </p:nvSpPr>
        <p:spPr/>
        <p:txBody>
          <a:bodyPr/>
          <a:p>
            <a:fld id="{E3971DEC-37B9-437B-953B-E3F752A21ECD}" type="slidenum">
              <a:t>&lt;#&gt;</a:t>
            </a:fld>
          </a:p>
        </p:txBody>
      </p:sp>
    </p:spTree>
  </p:cSld>
</p:sldLayout>
</file>

<file path=ppt/slideLayouts/slideLayout7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5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54"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55"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56"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sldNum" idx="5"/>
          </p:nvPr>
        </p:nvSpPr>
        <p:spPr/>
        <p:txBody>
          <a:bodyPr/>
          <a:p>
            <a:fld id="{E6A5D747-1732-476E-BBF1-A7C738D4E278}" type="slidenum">
              <a:t>&lt;#&gt;</a:t>
            </a:fld>
          </a:p>
        </p:txBody>
      </p:sp>
    </p:spTree>
  </p:cSld>
</p:sldLayout>
</file>

<file path=ppt/slideLayouts/slideLayout8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5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58"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59"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60"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sldNum" idx="5"/>
          </p:nvPr>
        </p:nvSpPr>
        <p:spPr/>
        <p:txBody>
          <a:bodyPr/>
          <a:p>
            <a:fld id="{5FF7786D-5D28-4CEA-848F-8CA87DC935EE}" type="slidenum">
              <a:t>&lt;#&gt;</a:t>
            </a:fld>
          </a:p>
        </p:txBody>
      </p:sp>
    </p:spTree>
  </p:cSld>
</p:sldLayout>
</file>

<file path=ppt/slideLayouts/slideLayout8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6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62"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63"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64"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sldNum" idx="5"/>
          </p:nvPr>
        </p:nvSpPr>
        <p:spPr/>
        <p:txBody>
          <a:bodyPr/>
          <a:p>
            <a:fld id="{7FE1D3A7-CB7B-42EB-9514-263307E2C510}" type="slidenum">
              <a:t>&lt;#&gt;</a:t>
            </a:fld>
          </a:p>
        </p:txBody>
      </p:sp>
    </p:spTree>
  </p:cSld>
</p:sldLayout>
</file>

<file path=ppt/slideLayouts/slideLayout8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66"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67"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sldNum" idx="5"/>
          </p:nvPr>
        </p:nvSpPr>
        <p:spPr/>
        <p:txBody>
          <a:bodyPr/>
          <a:p>
            <a:fld id="{5A33C8B5-91E0-4F5C-95D7-4C6D6B963577}" type="slidenum">
              <a:t>&lt;#&gt;</a:t>
            </a:fld>
          </a:p>
        </p:txBody>
      </p:sp>
    </p:spTree>
  </p:cSld>
</p:sldLayout>
</file>

<file path=ppt/slideLayouts/slideLayout8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69"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70"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71"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72"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sldNum" idx="5"/>
          </p:nvPr>
        </p:nvSpPr>
        <p:spPr/>
        <p:txBody>
          <a:bodyPr/>
          <a:p>
            <a:fld id="{ABA36296-3700-4D90-8421-D5619A30CEA5}" type="slidenum">
              <a:t>&lt;#&gt;</a:t>
            </a:fld>
          </a:p>
        </p:txBody>
      </p:sp>
    </p:spTree>
  </p:cSld>
</p:sldLayout>
</file>

<file path=ppt/slideLayouts/slideLayout8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7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74"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75"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76"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77"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78"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79"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 name="PlaceHolder 8"/>
          <p:cNvSpPr>
            <a:spLocks noGrp="1"/>
          </p:cNvSpPr>
          <p:nvPr>
            <p:ph type="sldNum" idx="5"/>
          </p:nvPr>
        </p:nvSpPr>
        <p:spPr/>
        <p:txBody>
          <a:bodyPr/>
          <a:p>
            <a:fld id="{29CE0662-3167-4D8E-8BBC-D58702C00F39}" type="slidenum">
              <a:t>&lt;#&gt;</a:t>
            </a:fld>
          </a:p>
        </p:txBody>
      </p:sp>
    </p:spTree>
  </p:cSld>
</p:sldLayout>
</file>

<file path=ppt/slideLayouts/slideLayout8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6"/>
          </p:nvPr>
        </p:nvSpPr>
        <p:spPr/>
        <p:txBody>
          <a:bodyPr/>
          <a:p>
            <a:r>
              <a:t>Footer</a:t>
            </a:r>
          </a:p>
        </p:txBody>
      </p:sp>
      <p:sp>
        <p:nvSpPr>
          <p:cNvPr id="3" name="PlaceHolder 2"/>
          <p:cNvSpPr>
            <a:spLocks noGrp="1"/>
          </p:cNvSpPr>
          <p:nvPr>
            <p:ph type="sldNum" idx="7"/>
          </p:nvPr>
        </p:nvSpPr>
        <p:spPr/>
        <p:txBody>
          <a:bodyPr/>
          <a:p>
            <a:fld id="{8C7907C4-8219-470E-9960-FDD3B41D8533}" type="slidenum">
              <a:t>&lt;#&gt;</a:t>
            </a:fld>
          </a:p>
        </p:txBody>
      </p:sp>
    </p:spTree>
  </p:cSld>
</p:sldLayout>
</file>

<file path=ppt/slideLayouts/slideLayout8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8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86"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6"/>
          </p:nvPr>
        </p:nvSpPr>
        <p:spPr/>
        <p:txBody>
          <a:bodyPr/>
          <a:p>
            <a:r>
              <a:t>Footer</a:t>
            </a:r>
          </a:p>
        </p:txBody>
      </p:sp>
      <p:sp>
        <p:nvSpPr>
          <p:cNvPr id="5" name="PlaceHolder 4"/>
          <p:cNvSpPr>
            <a:spLocks noGrp="1"/>
          </p:cNvSpPr>
          <p:nvPr>
            <p:ph type="sldNum" idx="7"/>
          </p:nvPr>
        </p:nvSpPr>
        <p:spPr/>
        <p:txBody>
          <a:bodyPr/>
          <a:p>
            <a:fld id="{504CE9FE-A29E-44B5-B7A3-23A19593C6A1}" type="slidenum">
              <a:t>&lt;#&gt;</a:t>
            </a:fld>
          </a:p>
        </p:txBody>
      </p:sp>
    </p:spTree>
  </p:cSld>
</p:sldLayout>
</file>

<file path=ppt/slideLayouts/slideLayout8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8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88"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6"/>
          </p:nvPr>
        </p:nvSpPr>
        <p:spPr/>
        <p:txBody>
          <a:bodyPr/>
          <a:p>
            <a:r>
              <a:t>Footer</a:t>
            </a:r>
          </a:p>
        </p:txBody>
      </p:sp>
      <p:sp>
        <p:nvSpPr>
          <p:cNvPr id="5" name="PlaceHolder 4"/>
          <p:cNvSpPr>
            <a:spLocks noGrp="1"/>
          </p:cNvSpPr>
          <p:nvPr>
            <p:ph type="sldNum" idx="7"/>
          </p:nvPr>
        </p:nvSpPr>
        <p:spPr/>
        <p:txBody>
          <a:bodyPr/>
          <a:p>
            <a:fld id="{EE04C10E-346D-42B7-9FB9-ED4661DE1830}" type="slidenum">
              <a:t>&lt;#&gt;</a:t>
            </a:fld>
          </a:p>
        </p:txBody>
      </p:sp>
    </p:spTree>
  </p:cSld>
</p:sldLayout>
</file>

<file path=ppt/slideLayouts/slideLayout8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8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90"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91"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6"/>
          </p:nvPr>
        </p:nvSpPr>
        <p:spPr/>
        <p:txBody>
          <a:bodyPr/>
          <a:p>
            <a:r>
              <a:t>Footer</a:t>
            </a:r>
          </a:p>
        </p:txBody>
      </p:sp>
      <p:sp>
        <p:nvSpPr>
          <p:cNvPr id="6" name="PlaceHolder 5"/>
          <p:cNvSpPr>
            <a:spLocks noGrp="1"/>
          </p:cNvSpPr>
          <p:nvPr>
            <p:ph type="sldNum" idx="7"/>
          </p:nvPr>
        </p:nvSpPr>
        <p:spPr/>
        <p:txBody>
          <a:bodyPr/>
          <a:p>
            <a:fld id="{F68F36A6-252D-4A0C-AD46-58788B641FEB}" type="slidenum">
              <a:t>&lt;#&gt;</a:t>
            </a:fld>
          </a:p>
        </p:txBody>
      </p:sp>
    </p:spTree>
  </p:cSld>
</p:sldLayout>
</file>

<file path=ppt/slideLayouts/slideLayout8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9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6"/>
          </p:nvPr>
        </p:nvSpPr>
        <p:spPr/>
        <p:txBody>
          <a:bodyPr/>
          <a:p>
            <a:r>
              <a:t>Footer</a:t>
            </a:r>
          </a:p>
        </p:txBody>
      </p:sp>
      <p:sp>
        <p:nvSpPr>
          <p:cNvPr id="4" name="PlaceHolder 3"/>
          <p:cNvSpPr>
            <a:spLocks noGrp="1"/>
          </p:cNvSpPr>
          <p:nvPr>
            <p:ph type="sldNum" idx="7"/>
          </p:nvPr>
        </p:nvSpPr>
        <p:spPr/>
        <p:txBody>
          <a:bodyPr/>
          <a:p>
            <a:fld id="{5B84718E-7F4D-4068-8951-33A78BD8CE90}" type="slidenum">
              <a:t>&lt;#&gt;</a:t>
            </a:fld>
          </a:p>
        </p:txBody>
      </p:sp>
    </p:spTree>
  </p:cSld>
</p:sldLayout>
</file>

<file path=ppt/slideLayouts/slideLayout9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93"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ftr" idx="6"/>
          </p:nvPr>
        </p:nvSpPr>
        <p:spPr/>
        <p:txBody>
          <a:bodyPr/>
          <a:p>
            <a:r>
              <a:t>Footer</a:t>
            </a:r>
          </a:p>
        </p:txBody>
      </p:sp>
      <p:sp>
        <p:nvSpPr>
          <p:cNvPr id="4" name="PlaceHolder 3"/>
          <p:cNvSpPr>
            <a:spLocks noGrp="1"/>
          </p:cNvSpPr>
          <p:nvPr>
            <p:ph type="sldNum" idx="7"/>
          </p:nvPr>
        </p:nvSpPr>
        <p:spPr/>
        <p:txBody>
          <a:bodyPr/>
          <a:p>
            <a:fld id="{573810F9-BF98-4FF2-94F9-B9876E0E6FF9}" type="slidenum">
              <a:t>&lt;#&gt;</a:t>
            </a:fld>
          </a:p>
        </p:txBody>
      </p:sp>
    </p:spTree>
  </p:cSld>
</p:sldLayout>
</file>

<file path=ppt/slideLayouts/slideLayout9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9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95"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96"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97"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6"/>
          </p:nvPr>
        </p:nvSpPr>
        <p:spPr/>
        <p:txBody>
          <a:bodyPr/>
          <a:p>
            <a:r>
              <a:t>Footer</a:t>
            </a:r>
          </a:p>
        </p:txBody>
      </p:sp>
      <p:sp>
        <p:nvSpPr>
          <p:cNvPr id="7" name="PlaceHolder 6"/>
          <p:cNvSpPr>
            <a:spLocks noGrp="1"/>
          </p:cNvSpPr>
          <p:nvPr>
            <p:ph type="sldNum" idx="7"/>
          </p:nvPr>
        </p:nvSpPr>
        <p:spPr/>
        <p:txBody>
          <a:bodyPr/>
          <a:p>
            <a:fld id="{2056652E-4C20-4D57-ABC6-AA04FD6FB2CB}" type="slidenum">
              <a:t>&lt;#&gt;</a:t>
            </a:fld>
          </a:p>
        </p:txBody>
      </p:sp>
    </p:spTree>
  </p:cSld>
</p:sldLayout>
</file>

<file path=ppt/slideLayouts/slideLayout9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9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99"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00"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01"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6"/>
          </p:nvPr>
        </p:nvSpPr>
        <p:spPr/>
        <p:txBody>
          <a:bodyPr/>
          <a:p>
            <a:r>
              <a:t>Footer</a:t>
            </a:r>
          </a:p>
        </p:txBody>
      </p:sp>
      <p:sp>
        <p:nvSpPr>
          <p:cNvPr id="7" name="PlaceHolder 6"/>
          <p:cNvSpPr>
            <a:spLocks noGrp="1"/>
          </p:cNvSpPr>
          <p:nvPr>
            <p:ph type="sldNum" idx="7"/>
          </p:nvPr>
        </p:nvSpPr>
        <p:spPr/>
        <p:txBody>
          <a:bodyPr/>
          <a:p>
            <a:fld id="{348FA354-497A-43F7-9366-89DA4DB8F0AC}" type="slidenum">
              <a:t>&lt;#&gt;</a:t>
            </a:fld>
          </a:p>
        </p:txBody>
      </p:sp>
    </p:spTree>
  </p:cSld>
</p:sldLayout>
</file>

<file path=ppt/slideLayouts/slideLayout9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30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03"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04"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05"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6"/>
          </p:nvPr>
        </p:nvSpPr>
        <p:spPr/>
        <p:txBody>
          <a:bodyPr/>
          <a:p>
            <a:r>
              <a:t>Footer</a:t>
            </a:r>
          </a:p>
        </p:txBody>
      </p:sp>
      <p:sp>
        <p:nvSpPr>
          <p:cNvPr id="7" name="PlaceHolder 6"/>
          <p:cNvSpPr>
            <a:spLocks noGrp="1"/>
          </p:cNvSpPr>
          <p:nvPr>
            <p:ph type="sldNum" idx="7"/>
          </p:nvPr>
        </p:nvSpPr>
        <p:spPr/>
        <p:txBody>
          <a:bodyPr/>
          <a:p>
            <a:fld id="{86A8D10E-2360-4FF7-AA31-A7D41FFC7395}" type="slidenum">
              <a:t>&lt;#&gt;</a:t>
            </a:fld>
          </a:p>
        </p:txBody>
      </p:sp>
    </p:spTree>
  </p:cSld>
</p:sldLayout>
</file>

<file path=ppt/slideLayouts/slideLayout9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0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07"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08"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6"/>
          </p:nvPr>
        </p:nvSpPr>
        <p:spPr/>
        <p:txBody>
          <a:bodyPr/>
          <a:p>
            <a:r>
              <a:t>Footer</a:t>
            </a:r>
          </a:p>
        </p:txBody>
      </p:sp>
      <p:sp>
        <p:nvSpPr>
          <p:cNvPr id="6" name="PlaceHolder 5"/>
          <p:cNvSpPr>
            <a:spLocks noGrp="1"/>
          </p:cNvSpPr>
          <p:nvPr>
            <p:ph type="sldNum" idx="7"/>
          </p:nvPr>
        </p:nvSpPr>
        <p:spPr/>
        <p:txBody>
          <a:bodyPr/>
          <a:p>
            <a:fld id="{77F13BF2-1F56-42C5-A393-F57C2A8C14B0}" type="slidenum">
              <a:t>&lt;#&gt;</a:t>
            </a:fld>
          </a:p>
        </p:txBody>
      </p:sp>
    </p:spTree>
  </p:cSld>
</p:sldLayout>
</file>

<file path=ppt/slideLayouts/slideLayout9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0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10"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11"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12"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13"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ftr" idx="6"/>
          </p:nvPr>
        </p:nvSpPr>
        <p:spPr/>
        <p:txBody>
          <a:bodyPr/>
          <a:p>
            <a:r>
              <a:t>Footer</a:t>
            </a:r>
          </a:p>
        </p:txBody>
      </p:sp>
      <p:sp>
        <p:nvSpPr>
          <p:cNvPr id="8" name="PlaceHolder 7"/>
          <p:cNvSpPr>
            <a:spLocks noGrp="1"/>
          </p:cNvSpPr>
          <p:nvPr>
            <p:ph type="sldNum" idx="7"/>
          </p:nvPr>
        </p:nvSpPr>
        <p:spPr/>
        <p:txBody>
          <a:bodyPr/>
          <a:p>
            <a:fld id="{4E3D1FDD-C0CC-4483-BB13-7A5B64ABAF26}" type="slidenum">
              <a:t>&lt;#&gt;</a:t>
            </a:fld>
          </a:p>
        </p:txBody>
      </p:sp>
    </p:spTree>
  </p:cSld>
</p:sldLayout>
</file>

<file path=ppt/slideLayouts/slideLayout9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15"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16"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17"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18"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19"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20"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 name="PlaceHolder 8"/>
          <p:cNvSpPr>
            <a:spLocks noGrp="1"/>
          </p:cNvSpPr>
          <p:nvPr>
            <p:ph type="ftr" idx="6"/>
          </p:nvPr>
        </p:nvSpPr>
        <p:spPr/>
        <p:txBody>
          <a:bodyPr/>
          <a:p>
            <a:r>
              <a:t>Footer</a:t>
            </a:r>
          </a:p>
        </p:txBody>
      </p:sp>
      <p:sp>
        <p:nvSpPr>
          <p:cNvPr id="10" name="PlaceHolder 9"/>
          <p:cNvSpPr>
            <a:spLocks noGrp="1"/>
          </p:cNvSpPr>
          <p:nvPr>
            <p:ph type="sldNum" idx="7"/>
          </p:nvPr>
        </p:nvSpPr>
        <p:spPr/>
        <p:txBody>
          <a:bodyPr/>
          <a:p>
            <a:fld id="{1F753546-42A4-43AC-82A4-C34A3E703BE8}"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 Id="rId14"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2.jpeg"/><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 Id="rId9" Type="http://schemas.openxmlformats.org/officeDocument/2006/relationships/slideLayout" Target="../slideLayouts/slideLayout19.xml"/><Relationship Id="rId10" Type="http://schemas.openxmlformats.org/officeDocument/2006/relationships/slideLayout" Target="../slideLayouts/slideLayout20.xml"/><Relationship Id="rId11" Type="http://schemas.openxmlformats.org/officeDocument/2006/relationships/slideLayout" Target="../slideLayouts/slideLayout21.xml"/><Relationship Id="rId12" Type="http://schemas.openxmlformats.org/officeDocument/2006/relationships/slideLayout" Target="../slideLayouts/slideLayout22.xml"/><Relationship Id="rId13" Type="http://schemas.openxmlformats.org/officeDocument/2006/relationships/slideLayout" Target="../slideLayouts/slideLayout23.xml"/><Relationship Id="rId14"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5.png"/><Relationship Id="rId6" Type="http://schemas.openxmlformats.org/officeDocument/2006/relationships/slideLayout" Target="../slideLayouts/slideLayout25.xml"/><Relationship Id="rId7" Type="http://schemas.openxmlformats.org/officeDocument/2006/relationships/slideLayout" Target="../slideLayouts/slideLayout26.xml"/><Relationship Id="rId8" Type="http://schemas.openxmlformats.org/officeDocument/2006/relationships/slideLayout" Target="../slideLayouts/slideLayout27.xml"/><Relationship Id="rId9" Type="http://schemas.openxmlformats.org/officeDocument/2006/relationships/slideLayout" Target="../slideLayouts/slideLayout28.xml"/><Relationship Id="rId10" Type="http://schemas.openxmlformats.org/officeDocument/2006/relationships/slideLayout" Target="../slideLayouts/slideLayout29.xml"/><Relationship Id="rId11" Type="http://schemas.openxmlformats.org/officeDocument/2006/relationships/slideLayout" Target="../slideLayouts/slideLayout30.xml"/><Relationship Id="rId12" Type="http://schemas.openxmlformats.org/officeDocument/2006/relationships/slideLayout" Target="../slideLayouts/slideLayout31.xml"/><Relationship Id="rId13" Type="http://schemas.openxmlformats.org/officeDocument/2006/relationships/slideLayout" Target="../slideLayouts/slideLayout32.xml"/><Relationship Id="rId14" Type="http://schemas.openxmlformats.org/officeDocument/2006/relationships/slideLayout" Target="../slideLayouts/slideLayout33.xml"/><Relationship Id="rId15" Type="http://schemas.openxmlformats.org/officeDocument/2006/relationships/slideLayout" Target="../slideLayouts/slideLayout34.xml"/><Relationship Id="rId16" Type="http://schemas.openxmlformats.org/officeDocument/2006/relationships/slideLayout" Target="../slideLayouts/slideLayout35.xml"/><Relationship Id="rId17"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6.jpeg"/><Relationship Id="rId3" Type="http://schemas.openxmlformats.org/officeDocument/2006/relationships/slideLayout" Target="../slideLayouts/slideLayout37.xml"/><Relationship Id="rId4" Type="http://schemas.openxmlformats.org/officeDocument/2006/relationships/slideLayout" Target="../slideLayouts/slideLayout38.xml"/><Relationship Id="rId5" Type="http://schemas.openxmlformats.org/officeDocument/2006/relationships/slideLayout" Target="../slideLayouts/slideLayout39.xml"/><Relationship Id="rId6" Type="http://schemas.openxmlformats.org/officeDocument/2006/relationships/slideLayout" Target="../slideLayouts/slideLayout40.xml"/><Relationship Id="rId7" Type="http://schemas.openxmlformats.org/officeDocument/2006/relationships/slideLayout" Target="../slideLayouts/slideLayout41.xml"/><Relationship Id="rId8" Type="http://schemas.openxmlformats.org/officeDocument/2006/relationships/slideLayout" Target="../slideLayouts/slideLayout42.xml"/><Relationship Id="rId9" Type="http://schemas.openxmlformats.org/officeDocument/2006/relationships/slideLayout" Target="../slideLayouts/slideLayout43.xml"/><Relationship Id="rId10" Type="http://schemas.openxmlformats.org/officeDocument/2006/relationships/slideLayout" Target="../slideLayouts/slideLayout44.xml"/><Relationship Id="rId11" Type="http://schemas.openxmlformats.org/officeDocument/2006/relationships/slideLayout" Target="../slideLayouts/slideLayout45.xml"/><Relationship Id="rId12" Type="http://schemas.openxmlformats.org/officeDocument/2006/relationships/slideLayout" Target="../slideLayouts/slideLayout46.xml"/><Relationship Id="rId13" Type="http://schemas.openxmlformats.org/officeDocument/2006/relationships/slideLayout" Target="../slideLayouts/slideLayout47.xml"/><Relationship Id="rId14" Type="http://schemas.openxmlformats.org/officeDocument/2006/relationships/slideLayout" Target="../slideLayouts/slideLayout48.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49.xml"/><Relationship Id="rId3" Type="http://schemas.openxmlformats.org/officeDocument/2006/relationships/slideLayout" Target="../slideLayouts/slideLayout50.xml"/><Relationship Id="rId4" Type="http://schemas.openxmlformats.org/officeDocument/2006/relationships/slideLayout" Target="../slideLayouts/slideLayout51.xml"/><Relationship Id="rId5" Type="http://schemas.openxmlformats.org/officeDocument/2006/relationships/slideLayout" Target="../slideLayouts/slideLayout52.xml"/><Relationship Id="rId6" Type="http://schemas.openxmlformats.org/officeDocument/2006/relationships/slideLayout" Target="../slideLayouts/slideLayout53.xml"/><Relationship Id="rId7" Type="http://schemas.openxmlformats.org/officeDocument/2006/relationships/slideLayout" Target="../slideLayouts/slideLayout54.xml"/><Relationship Id="rId8" Type="http://schemas.openxmlformats.org/officeDocument/2006/relationships/slideLayout" Target="../slideLayouts/slideLayout55.xml"/><Relationship Id="rId9" Type="http://schemas.openxmlformats.org/officeDocument/2006/relationships/slideLayout" Target="../slideLayouts/slideLayout56.xml"/><Relationship Id="rId10" Type="http://schemas.openxmlformats.org/officeDocument/2006/relationships/slideLayout" Target="../slideLayouts/slideLayout57.xml"/><Relationship Id="rId11" Type="http://schemas.openxmlformats.org/officeDocument/2006/relationships/slideLayout" Target="../slideLayouts/slideLayout58.xml"/><Relationship Id="rId12" Type="http://schemas.openxmlformats.org/officeDocument/2006/relationships/slideLayout" Target="../slideLayouts/slideLayout59.xml"/><Relationship Id="rId13" Type="http://schemas.openxmlformats.org/officeDocument/2006/relationships/slideLayout" Target="../slideLayouts/slideLayout60.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7.jpeg"/><Relationship Id="rId3" Type="http://schemas.openxmlformats.org/officeDocument/2006/relationships/slideLayout" Target="../slideLayouts/slideLayout61.xml"/><Relationship Id="rId4" Type="http://schemas.openxmlformats.org/officeDocument/2006/relationships/slideLayout" Target="../slideLayouts/slideLayout62.xml"/><Relationship Id="rId5" Type="http://schemas.openxmlformats.org/officeDocument/2006/relationships/slideLayout" Target="../slideLayouts/slideLayout63.xml"/><Relationship Id="rId6" Type="http://schemas.openxmlformats.org/officeDocument/2006/relationships/slideLayout" Target="../slideLayouts/slideLayout64.xml"/><Relationship Id="rId7" Type="http://schemas.openxmlformats.org/officeDocument/2006/relationships/slideLayout" Target="../slideLayouts/slideLayout65.xml"/><Relationship Id="rId8" Type="http://schemas.openxmlformats.org/officeDocument/2006/relationships/slideLayout" Target="../slideLayouts/slideLayout66.xml"/><Relationship Id="rId9" Type="http://schemas.openxmlformats.org/officeDocument/2006/relationships/slideLayout" Target="../slideLayouts/slideLayout67.xml"/><Relationship Id="rId10" Type="http://schemas.openxmlformats.org/officeDocument/2006/relationships/slideLayout" Target="../slideLayouts/slideLayout68.xml"/><Relationship Id="rId11" Type="http://schemas.openxmlformats.org/officeDocument/2006/relationships/slideLayout" Target="../slideLayouts/slideLayout69.xml"/><Relationship Id="rId12" Type="http://schemas.openxmlformats.org/officeDocument/2006/relationships/slideLayout" Target="../slideLayouts/slideLayout70.xml"/><Relationship Id="rId13" Type="http://schemas.openxmlformats.org/officeDocument/2006/relationships/slideLayout" Target="../slideLayouts/slideLayout71.xml"/><Relationship Id="rId14" Type="http://schemas.openxmlformats.org/officeDocument/2006/relationships/slideLayout" Target="../slideLayouts/slideLayout72.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3.xml"/><Relationship Id="rId3" Type="http://schemas.openxmlformats.org/officeDocument/2006/relationships/slideLayout" Target="../slideLayouts/slideLayout74.xml"/><Relationship Id="rId4" Type="http://schemas.openxmlformats.org/officeDocument/2006/relationships/slideLayout" Target="../slideLayouts/slideLayout75.xml"/><Relationship Id="rId5" Type="http://schemas.openxmlformats.org/officeDocument/2006/relationships/slideLayout" Target="../slideLayouts/slideLayout76.xml"/><Relationship Id="rId6" Type="http://schemas.openxmlformats.org/officeDocument/2006/relationships/slideLayout" Target="../slideLayouts/slideLayout77.xml"/><Relationship Id="rId7" Type="http://schemas.openxmlformats.org/officeDocument/2006/relationships/slideLayout" Target="../slideLayouts/slideLayout78.xml"/><Relationship Id="rId8" Type="http://schemas.openxmlformats.org/officeDocument/2006/relationships/slideLayout" Target="../slideLayouts/slideLayout79.xml"/><Relationship Id="rId9" Type="http://schemas.openxmlformats.org/officeDocument/2006/relationships/slideLayout" Target="../slideLayouts/slideLayout80.xml"/><Relationship Id="rId10" Type="http://schemas.openxmlformats.org/officeDocument/2006/relationships/slideLayout" Target="../slideLayouts/slideLayout81.xml"/><Relationship Id="rId11" Type="http://schemas.openxmlformats.org/officeDocument/2006/relationships/slideLayout" Target="../slideLayouts/slideLayout82.xml"/><Relationship Id="rId12" Type="http://schemas.openxmlformats.org/officeDocument/2006/relationships/slideLayout" Target="../slideLayouts/slideLayout83.xml"/><Relationship Id="rId13" Type="http://schemas.openxmlformats.org/officeDocument/2006/relationships/slideLayout" Target="../slideLayouts/slideLayout84.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5.xml"/><Relationship Id="rId3" Type="http://schemas.openxmlformats.org/officeDocument/2006/relationships/slideLayout" Target="../slideLayouts/slideLayout86.xml"/><Relationship Id="rId4" Type="http://schemas.openxmlformats.org/officeDocument/2006/relationships/slideLayout" Target="../slideLayouts/slideLayout87.xml"/><Relationship Id="rId5" Type="http://schemas.openxmlformats.org/officeDocument/2006/relationships/slideLayout" Target="../slideLayouts/slideLayout88.xml"/><Relationship Id="rId6" Type="http://schemas.openxmlformats.org/officeDocument/2006/relationships/slideLayout" Target="../slideLayouts/slideLayout89.xml"/><Relationship Id="rId7" Type="http://schemas.openxmlformats.org/officeDocument/2006/relationships/slideLayout" Target="../slideLayouts/slideLayout90.xml"/><Relationship Id="rId8" Type="http://schemas.openxmlformats.org/officeDocument/2006/relationships/slideLayout" Target="../slideLayouts/slideLayout91.xml"/><Relationship Id="rId9" Type="http://schemas.openxmlformats.org/officeDocument/2006/relationships/slideLayout" Target="../slideLayouts/slideLayout92.xml"/><Relationship Id="rId10" Type="http://schemas.openxmlformats.org/officeDocument/2006/relationships/slideLayout" Target="../slideLayouts/slideLayout93.xml"/><Relationship Id="rId11" Type="http://schemas.openxmlformats.org/officeDocument/2006/relationships/slideLayout" Target="../slideLayouts/slideLayout94.xml"/><Relationship Id="rId12" Type="http://schemas.openxmlformats.org/officeDocument/2006/relationships/slideLayout" Target="../slideLayouts/slideLayout95.xml"/><Relationship Id="rId13" Type="http://schemas.openxmlformats.org/officeDocument/2006/relationships/slideLayout" Target="../slideLayouts/slideLayout9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38" name="PlaceHolder 1"/>
          <p:cNvSpPr>
            <a:spLocks noGrp="1"/>
          </p:cNvSpPr>
          <p:nvPr>
            <p:ph type="sldNum" idx="1"/>
          </p:nvPr>
        </p:nvSpPr>
        <p:spPr>
          <a:xfrm>
            <a:off x="5587920" y="6335280"/>
            <a:ext cx="1014840" cy="2491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000" spc="-1" strike="noStrike">
                <a:solidFill>
                  <a:schemeClr val="dk1"/>
                </a:solidFill>
                <a:latin typeface="Verdana"/>
                <a:ea typeface="Verdana"/>
              </a:defRPr>
            </a:lvl1pPr>
          </a:lstStyle>
          <a:p>
            <a:pPr indent="0" algn="ctr">
              <a:lnSpc>
                <a:spcPct val="100000"/>
              </a:lnSpc>
              <a:buNone/>
              <a:tabLst>
                <a:tab algn="l" pos="0"/>
              </a:tabLst>
            </a:pPr>
            <a:fld id="{F623CA93-6F1C-4EE7-BD45-15EE67EAC7CA}" type="slidenum">
              <a:rPr b="0" lang="en-US" sz="1000" spc="-1" strike="noStrike">
                <a:solidFill>
                  <a:schemeClr val="dk1"/>
                </a:solidFill>
                <a:latin typeface="Verdana"/>
                <a:ea typeface="Verdana"/>
              </a:rPr>
              <a:t>&lt;number&gt;</a:t>
            </a:fld>
            <a:endParaRPr b="0" lang="en-US" sz="1000" spc="-1" strike="noStrike">
              <a:solidFill>
                <a:srgbClr val="000000"/>
              </a:solidFill>
              <a:latin typeface="Times New Roman"/>
            </a:endParaRPr>
          </a:p>
        </p:txBody>
      </p:sp>
      <p:sp>
        <p:nvSpPr>
          <p:cNvPr id="39" name="PlaceHolder 2"/>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40" name="PlaceHolder 3"/>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2"/>
        </a:solidFill>
      </p:bgPr>
    </p:bg>
    <p:spTree>
      <p:nvGrpSpPr>
        <p:cNvPr id="1" name=""/>
        <p:cNvGrpSpPr/>
        <p:nvPr/>
      </p:nvGrpSpPr>
      <p:grpSpPr>
        <a:xfrm>
          <a:off x="0" y="0"/>
          <a:ext cx="0" cy="0"/>
          <a:chOff x="0" y="0"/>
          <a:chExt cx="0" cy="0"/>
        </a:xfrm>
      </p:grpSpPr>
      <p:sp>
        <p:nvSpPr>
          <p:cNvPr id="77" name="Google Shape;25;p5"/>
          <p:cNvSpPr/>
          <p:nvPr/>
        </p:nvSpPr>
        <p:spPr>
          <a:xfrm>
            <a:off x="5470200" y="6183000"/>
            <a:ext cx="1251000" cy="673920"/>
          </a:xfrm>
          <a:prstGeom prst="rect">
            <a:avLst/>
          </a:prstGeom>
          <a:solidFill>
            <a:srgbClr val="f8d851"/>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endParaRPr b="0" lang="en-US" sz="1400" spc="-1" strike="noStrike">
              <a:solidFill>
                <a:srgbClr val="000000"/>
              </a:solidFill>
              <a:latin typeface="Arial"/>
              <a:ea typeface="DejaVu Sans"/>
            </a:endParaRPr>
          </a:p>
        </p:txBody>
      </p:sp>
      <p:pic>
        <p:nvPicPr>
          <p:cNvPr id="78" name="Google Shape;26;p5" descr=""/>
          <p:cNvPicPr/>
          <p:nvPr/>
        </p:nvPicPr>
        <p:blipFill>
          <a:blip r:embed="rId2">
            <a:alphaModFix amt="22000"/>
          </a:blip>
          <a:srcRect l="45" t="0" r="30" b="0"/>
          <a:stretch/>
        </p:blipFill>
        <p:spPr>
          <a:xfrm rot="5400000">
            <a:off x="2923200" y="-2965680"/>
            <a:ext cx="6846120" cy="12799080"/>
          </a:xfrm>
          <a:prstGeom prst="rect">
            <a:avLst/>
          </a:prstGeom>
          <a:ln w="0">
            <a:noFill/>
          </a:ln>
        </p:spPr>
      </p:pic>
      <p:pic>
        <p:nvPicPr>
          <p:cNvPr id="79" name="Google Shape;27;p5" descr=""/>
          <p:cNvPicPr/>
          <p:nvPr/>
        </p:nvPicPr>
        <p:blipFill>
          <a:blip r:embed="rId3">
            <a:alphaModFix amt="39000"/>
          </a:blip>
          <a:srcRect l="12910" t="7965" r="0" b="18623"/>
          <a:stretch/>
        </p:blipFill>
        <p:spPr>
          <a:xfrm rot="10800000">
            <a:off x="-1229760" y="-1244160"/>
            <a:ext cx="3009240" cy="5241600"/>
          </a:xfrm>
          <a:prstGeom prst="rect">
            <a:avLst/>
          </a:prstGeom>
          <a:ln w="0">
            <a:noFill/>
          </a:ln>
        </p:spPr>
      </p:pic>
      <p:pic>
        <p:nvPicPr>
          <p:cNvPr id="80" name="Google Shape;31;p5" descr=""/>
          <p:cNvPicPr/>
          <p:nvPr/>
        </p:nvPicPr>
        <p:blipFill>
          <a:blip r:embed="rId4">
            <a:alphaModFix amt="56000"/>
          </a:blip>
          <a:srcRect l="78975" t="45815" r="5079" b="33018"/>
          <a:stretch/>
        </p:blipFill>
        <p:spPr>
          <a:xfrm rot="5400000">
            <a:off x="117720" y="2335680"/>
            <a:ext cx="3072240" cy="249120"/>
          </a:xfrm>
          <a:prstGeom prst="rect">
            <a:avLst/>
          </a:prstGeom>
          <a:ln w="0">
            <a:noFill/>
          </a:ln>
        </p:spPr>
      </p:pic>
      <p:pic>
        <p:nvPicPr>
          <p:cNvPr id="81" name="Google Shape;32;p5" descr=""/>
          <p:cNvPicPr/>
          <p:nvPr/>
        </p:nvPicPr>
        <p:blipFill>
          <a:blip r:embed="rId5">
            <a:alphaModFix amt="56000"/>
          </a:blip>
          <a:srcRect l="78975" t="45815" r="5079" b="33018"/>
          <a:stretch/>
        </p:blipFill>
        <p:spPr>
          <a:xfrm rot="5400000">
            <a:off x="226440" y="3367440"/>
            <a:ext cx="3072240" cy="249120"/>
          </a:xfrm>
          <a:prstGeom prst="rect">
            <a:avLst/>
          </a:prstGeom>
          <a:ln w="0">
            <a:noFill/>
          </a:ln>
        </p:spPr>
      </p:pic>
      <p:sp>
        <p:nvSpPr>
          <p:cNvPr id="82" name="PlaceHolder 1"/>
          <p:cNvSpPr>
            <a:spLocks noGrp="1"/>
          </p:cNvSpPr>
          <p:nvPr>
            <p:ph type="sldNum" idx="2"/>
          </p:nvPr>
        </p:nvSpPr>
        <p:spPr>
          <a:xfrm>
            <a:off x="5587920" y="6335280"/>
            <a:ext cx="1014840" cy="2491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000" spc="-1" strike="noStrike">
                <a:solidFill>
                  <a:schemeClr val="dk1"/>
                </a:solidFill>
                <a:latin typeface="Verdana"/>
                <a:ea typeface="Verdana"/>
              </a:defRPr>
            </a:lvl1pPr>
          </a:lstStyle>
          <a:p>
            <a:pPr indent="0" algn="ctr">
              <a:lnSpc>
                <a:spcPct val="100000"/>
              </a:lnSpc>
              <a:buNone/>
              <a:tabLst>
                <a:tab algn="l" pos="0"/>
              </a:tabLst>
            </a:pPr>
            <a:fld id="{03365AB0-E3DC-4605-AE86-3FE777EE82B2}" type="slidenum">
              <a:rPr b="0" lang="en-US" sz="1000" spc="-1" strike="noStrike">
                <a:solidFill>
                  <a:schemeClr val="dk1"/>
                </a:solidFill>
                <a:latin typeface="Verdana"/>
                <a:ea typeface="Verdana"/>
              </a:rPr>
              <a:t>&lt;number&gt;</a:t>
            </a:fld>
            <a:endParaRPr b="0" lang="en-US" sz="1000" spc="-1" strike="noStrike">
              <a:solidFill>
                <a:srgbClr val="000000"/>
              </a:solidFill>
              <a:latin typeface="Times New Roman"/>
            </a:endParaRPr>
          </a:p>
        </p:txBody>
      </p:sp>
      <p:sp>
        <p:nvSpPr>
          <p:cNvPr id="83" name="PlaceHolder 2"/>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84" name="PlaceHolder 3"/>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121" name="Google Shape;34;p6" descr=""/>
          <p:cNvPicPr/>
          <p:nvPr/>
        </p:nvPicPr>
        <p:blipFill>
          <a:blip r:embed="rId2"/>
          <a:stretch/>
        </p:blipFill>
        <p:spPr>
          <a:xfrm>
            <a:off x="-997200" y="-77760"/>
            <a:ext cx="15107400" cy="8497440"/>
          </a:xfrm>
          <a:prstGeom prst="rect">
            <a:avLst/>
          </a:prstGeom>
          <a:ln w="0">
            <a:noFill/>
          </a:ln>
        </p:spPr>
      </p:pic>
      <p:cxnSp>
        <p:nvCxnSpPr>
          <p:cNvPr id="122" name="Google Shape;36;p6"/>
          <p:cNvCxnSpPr/>
          <p:nvPr/>
        </p:nvCxnSpPr>
        <p:spPr>
          <a:xfrm>
            <a:off x="3929760" y="2244240"/>
            <a:ext cx="4332960" cy="1080"/>
          </a:xfrm>
          <a:prstGeom prst="straightConnector1">
            <a:avLst/>
          </a:prstGeom>
          <a:ln cap="rnd" w="15875">
            <a:solidFill>
              <a:srgbClr val="000000"/>
            </a:solidFill>
            <a:miter/>
          </a:ln>
        </p:spPr>
      </p:cxnSp>
      <p:cxnSp>
        <p:nvCxnSpPr>
          <p:cNvPr id="123" name="Google Shape;37;p6"/>
          <p:cNvCxnSpPr/>
          <p:nvPr/>
        </p:nvCxnSpPr>
        <p:spPr>
          <a:xfrm>
            <a:off x="3929760" y="4668840"/>
            <a:ext cx="4332960" cy="1080"/>
          </a:xfrm>
          <a:prstGeom prst="straightConnector1">
            <a:avLst/>
          </a:prstGeom>
          <a:ln cap="rnd" w="15875">
            <a:solidFill>
              <a:srgbClr val="000000"/>
            </a:solidFill>
            <a:miter/>
          </a:ln>
        </p:spPr>
      </p:cxnSp>
      <p:sp>
        <p:nvSpPr>
          <p:cNvPr id="124" name="PlaceHolder 1"/>
          <p:cNvSpPr>
            <a:spLocks noGrp="1"/>
          </p:cNvSpPr>
          <p:nvPr>
            <p:ph type="sldNum" idx="3"/>
          </p:nvPr>
        </p:nvSpPr>
        <p:spPr>
          <a:xfrm>
            <a:off x="5587920" y="6335280"/>
            <a:ext cx="1014840" cy="2491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000" spc="-1" strike="noStrike">
                <a:solidFill>
                  <a:schemeClr val="dk1"/>
                </a:solidFill>
                <a:latin typeface="Verdana"/>
                <a:ea typeface="Verdana"/>
              </a:defRPr>
            </a:lvl1pPr>
          </a:lstStyle>
          <a:p>
            <a:pPr indent="0" algn="ctr">
              <a:lnSpc>
                <a:spcPct val="100000"/>
              </a:lnSpc>
              <a:buNone/>
              <a:tabLst>
                <a:tab algn="l" pos="0"/>
              </a:tabLst>
            </a:pPr>
            <a:fld id="{BC8D5941-A180-44F6-9090-0F157E49C832}" type="slidenum">
              <a:rPr b="0" lang="en-US" sz="1000" spc="-1" strike="noStrike">
                <a:solidFill>
                  <a:schemeClr val="dk1"/>
                </a:solidFill>
                <a:latin typeface="Verdana"/>
                <a:ea typeface="Verdana"/>
              </a:rPr>
              <a:t>&lt;number&gt;</a:t>
            </a:fld>
            <a:endParaRPr b="0" lang="en-US" sz="1000" spc="-1" strike="noStrike">
              <a:solidFill>
                <a:srgbClr val="000000"/>
              </a:solidFill>
              <a:latin typeface="Times New Roman"/>
            </a:endParaRPr>
          </a:p>
        </p:txBody>
      </p:sp>
      <p:sp>
        <p:nvSpPr>
          <p:cNvPr id="125" name="PlaceHolder 2"/>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26" name="PlaceHolder 3"/>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63" name="PlaceHolder 1"/>
          <p:cNvSpPr>
            <a:spLocks noGrp="1"/>
          </p:cNvSpPr>
          <p:nvPr>
            <p:ph type="sldNum" idx="4"/>
          </p:nvPr>
        </p:nvSpPr>
        <p:spPr>
          <a:xfrm>
            <a:off x="5587920" y="6335280"/>
            <a:ext cx="1014840" cy="2491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000" spc="-1" strike="noStrike">
                <a:solidFill>
                  <a:schemeClr val="dk1"/>
                </a:solidFill>
                <a:latin typeface="Verdana"/>
                <a:ea typeface="Verdana"/>
              </a:defRPr>
            </a:lvl1pPr>
          </a:lstStyle>
          <a:p>
            <a:pPr indent="0" algn="ctr">
              <a:lnSpc>
                <a:spcPct val="100000"/>
              </a:lnSpc>
              <a:buNone/>
              <a:tabLst>
                <a:tab algn="l" pos="0"/>
              </a:tabLst>
            </a:pPr>
            <a:fld id="{5E5FA61D-8F55-44EA-A847-16FE879F01DC}" type="slidenum">
              <a:rPr b="0" lang="en-US" sz="1000" spc="-1" strike="noStrike">
                <a:solidFill>
                  <a:schemeClr val="dk1"/>
                </a:solidFill>
                <a:latin typeface="Verdana"/>
                <a:ea typeface="Verdana"/>
              </a:rPr>
              <a:t>&lt;number&gt;</a:t>
            </a:fld>
            <a:endParaRPr b="0" lang="en-US" sz="1000" spc="-1" strike="noStrike">
              <a:solidFill>
                <a:srgbClr val="000000"/>
              </a:solidFill>
              <a:latin typeface="Times New Roman"/>
            </a:endParaRPr>
          </a:p>
        </p:txBody>
      </p:sp>
      <p:sp>
        <p:nvSpPr>
          <p:cNvPr id="164" name="PlaceHolder 2"/>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65" name="PlaceHolder 3"/>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202" name="Google Shape;52;p9"/>
          <p:cNvSpPr/>
          <p:nvPr/>
        </p:nvSpPr>
        <p:spPr>
          <a:xfrm>
            <a:off x="4851360" y="7247520"/>
            <a:ext cx="183600" cy="36828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endParaRPr b="0" lang="en-US" sz="1400" spc="-1" strike="noStrike">
              <a:solidFill>
                <a:srgbClr val="000000"/>
              </a:solidFill>
              <a:latin typeface="Arial"/>
              <a:ea typeface="DejaVu Sans"/>
            </a:endParaRPr>
          </a:p>
        </p:txBody>
      </p:sp>
      <p:sp>
        <p:nvSpPr>
          <p:cNvPr id="20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204"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41" name="PlaceHolder 1"/>
          <p:cNvSpPr>
            <a:spLocks noGrp="1"/>
          </p:cNvSpPr>
          <p:nvPr>
            <p:ph type="sldNum" idx="5"/>
          </p:nvPr>
        </p:nvSpPr>
        <p:spPr>
          <a:xfrm>
            <a:off x="5587920" y="6335280"/>
            <a:ext cx="1014840" cy="2491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000" spc="-1" strike="noStrike">
                <a:solidFill>
                  <a:schemeClr val="dk1"/>
                </a:solidFill>
                <a:latin typeface="Verdana"/>
                <a:ea typeface="Verdana"/>
              </a:defRPr>
            </a:lvl1pPr>
          </a:lstStyle>
          <a:p>
            <a:pPr indent="0" algn="ctr">
              <a:lnSpc>
                <a:spcPct val="100000"/>
              </a:lnSpc>
              <a:buNone/>
              <a:tabLst>
                <a:tab algn="l" pos="0"/>
              </a:tabLst>
            </a:pPr>
            <a:fld id="{7F82CF66-CB39-4CD6-BB44-27CBCBC9E2A8}" type="slidenum">
              <a:rPr b="0" lang="en-US" sz="1000" spc="-1" strike="noStrike">
                <a:solidFill>
                  <a:schemeClr val="dk1"/>
                </a:solidFill>
                <a:latin typeface="Verdana"/>
                <a:ea typeface="Verdana"/>
              </a:rPr>
              <a:t>&lt;number&gt;</a:t>
            </a:fld>
            <a:endParaRPr b="0" lang="en-US" sz="1000" spc="-1" strike="noStrike">
              <a:solidFill>
                <a:srgbClr val="000000"/>
              </a:solidFill>
              <a:latin typeface="Times New Roman"/>
            </a:endParaRPr>
          </a:p>
        </p:txBody>
      </p:sp>
      <p:sp>
        <p:nvSpPr>
          <p:cNvPr id="242" name="PlaceHolder 2"/>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243" name="PlaceHolder 3"/>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80"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81" name="PlaceHolder 2"/>
          <p:cNvSpPr>
            <a:spLocks noGrp="1"/>
          </p:cNvSpPr>
          <p:nvPr>
            <p:ph type="body"/>
          </p:nvPr>
        </p:nvSpPr>
        <p:spPr>
          <a:xfrm>
            <a:off x="60948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82" name="PlaceHolder 3"/>
          <p:cNvSpPr>
            <a:spLocks noGrp="1"/>
          </p:cNvSpPr>
          <p:nvPr>
            <p:ph type="body"/>
          </p:nvPr>
        </p:nvSpPr>
        <p:spPr>
          <a:xfrm>
            <a:off x="623196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83" name="PlaceHolder 4"/>
          <p:cNvSpPr>
            <a:spLocks noGrp="1"/>
          </p:cNvSpPr>
          <p:nvPr>
            <p:ph type="ftr" idx="6"/>
          </p:nvPr>
        </p:nvSpPr>
        <p:spPr>
          <a:xfrm>
            <a:off x="259920" y="6335280"/>
            <a:ext cx="5225400" cy="2491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84" name="PlaceHolder 5"/>
          <p:cNvSpPr>
            <a:spLocks noGrp="1"/>
          </p:cNvSpPr>
          <p:nvPr>
            <p:ph type="sldNum" idx="7"/>
          </p:nvPr>
        </p:nvSpPr>
        <p:spPr>
          <a:xfrm>
            <a:off x="5587920" y="6335280"/>
            <a:ext cx="1014840" cy="2491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000" spc="-1" strike="noStrike">
                <a:solidFill>
                  <a:schemeClr val="dk1"/>
                </a:solidFill>
                <a:latin typeface="Verdana"/>
                <a:ea typeface="Verdana"/>
              </a:defRPr>
            </a:lvl1pPr>
          </a:lstStyle>
          <a:p>
            <a:pPr indent="0" algn="ctr">
              <a:lnSpc>
                <a:spcPct val="100000"/>
              </a:lnSpc>
              <a:buNone/>
              <a:tabLst>
                <a:tab algn="l" pos="0"/>
              </a:tabLst>
            </a:pPr>
            <a:fld id="{6062D561-B98F-43E4-89D6-1C26DB619846}" type="slidenum">
              <a:rPr b="0" lang="en-US" sz="1000" spc="-1" strike="noStrike">
                <a:solidFill>
                  <a:schemeClr val="dk1"/>
                </a:solidFill>
                <a:latin typeface="Verdana"/>
                <a:ea typeface="Verdana"/>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 id="2147483751"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7.xml.rels><?xml version="1.0" encoding="UTF-8"?>
<Relationships xmlns="http://schemas.openxmlformats.org/package/2006/relationships"><Relationship Id="rId1" Type="http://schemas.openxmlformats.org/officeDocument/2006/relationships/image" Target="../media/image9.jpeg"/><Relationship Id="rId2" Type="http://schemas.openxmlformats.org/officeDocument/2006/relationships/image" Target="../media/image10.jpeg"/><Relationship Id="rId3" Type="http://schemas.openxmlformats.org/officeDocument/2006/relationships/image" Target="../media/image11.jpeg"/><Relationship Id="rId4" Type="http://schemas.openxmlformats.org/officeDocument/2006/relationships/image" Target="../media/image12.jpeg"/><Relationship Id="rId5" Type="http://schemas.openxmlformats.org/officeDocument/2006/relationships/image" Target="../media/image13.jpeg"/><Relationship Id="rId6" Type="http://schemas.openxmlformats.org/officeDocument/2006/relationships/image" Target="../media/image14.jpeg"/><Relationship Id="rId7" Type="http://schemas.openxmlformats.org/officeDocument/2006/relationships/slideLayout" Target="../slideLayouts/slideLayout49.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61.xml"/>
</Relationships>
</file>

<file path=ppt/slides/_rels/slide11.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49.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73.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73.xml"/>
</Relationships>
</file>

<file path=ppt/slides/_rels/slide14.xml.rels><?xml version="1.0" encoding="UTF-8"?>
<Relationships xmlns="http://schemas.openxmlformats.org/package/2006/relationships"><Relationship Id="rId1" Type="http://schemas.openxmlformats.org/officeDocument/2006/relationships/image" Target="../media/image16.jpeg"/><Relationship Id="rId2" Type="http://schemas.openxmlformats.org/officeDocument/2006/relationships/image" Target="../media/image17.jpeg"/><Relationship Id="rId3" Type="http://schemas.openxmlformats.org/officeDocument/2006/relationships/slideLayout" Target="../slideLayouts/slideLayout49.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88.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8.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49.xml"/>
</Relationships>
</file>

<file path=ppt/slides/_rels/slide19.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49.xml"/>
</Relationships>
</file>

<file path=ppt/slides/_rels/slide20.xml.rels><?xml version="1.0" encoding="UTF-8"?>
<Relationships xmlns="http://schemas.openxmlformats.org/package/2006/relationships"><Relationship Id="rId1" Type="http://schemas.openxmlformats.org/officeDocument/2006/relationships/image" Target="../media/image20.jpeg"/><Relationship Id="rId2" Type="http://schemas.openxmlformats.org/officeDocument/2006/relationships/image" Target="../media/image21.jpeg"/><Relationship Id="rId3" Type="http://schemas.openxmlformats.org/officeDocument/2006/relationships/slideLayout" Target="../slideLayouts/slideLayout49.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22.xml.rels><?xml version="1.0" encoding="UTF-8"?>
<Relationships xmlns="http://schemas.openxmlformats.org/package/2006/relationships"><Relationship Id="rId1" Type="http://schemas.openxmlformats.org/officeDocument/2006/relationships/hyperlink" Target="https://farnoosh-shamsian.github.io/didaskalos/" TargetMode="External"/><Relationship Id="rId2" Type="http://schemas.openxmlformats.org/officeDocument/2006/relationships/hyperlink" Target="https://tinyurl.com/didaskalos" TargetMode="External"/><Relationship Id="rId3" Type="http://schemas.openxmlformats.org/officeDocument/2006/relationships/hyperlink" Target="https://github.com/farnoosh-shamsian/didaskalos" TargetMode="External"/><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slideLayout" Target="../slideLayouts/slideLayout6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1" name="PlaceHolder 1"/>
          <p:cNvSpPr>
            <a:spLocks noGrp="1"/>
          </p:cNvSpPr>
          <p:nvPr>
            <p:ph type="subTitle"/>
          </p:nvPr>
        </p:nvSpPr>
        <p:spPr>
          <a:xfrm>
            <a:off x="768600" y="3779280"/>
            <a:ext cx="6489720" cy="1233360"/>
          </a:xfrm>
          <a:prstGeom prst="rect">
            <a:avLst/>
          </a:prstGeom>
          <a:noFill/>
          <a:ln w="0">
            <a:noFill/>
          </a:ln>
        </p:spPr>
        <p:txBody>
          <a:bodyPr lIns="0" rIns="0" tIns="0" bIns="0" anchor="t">
            <a:noAutofit/>
          </a:bodyPr>
          <a:p>
            <a:pPr algn="just">
              <a:lnSpc>
                <a:spcPct val="100000"/>
              </a:lnSpc>
              <a:spcBef>
                <a:spcPts val="799"/>
              </a:spcBef>
              <a:tabLst>
                <a:tab algn="l" pos="0"/>
              </a:tabLst>
            </a:pPr>
            <a:r>
              <a:rPr b="1" lang="en-US" sz="2000" spc="-1" strike="noStrike">
                <a:solidFill>
                  <a:schemeClr val="dk1"/>
                </a:solidFill>
                <a:latin typeface="Verdana"/>
                <a:ea typeface="Verdana"/>
              </a:rPr>
              <a:t>Towards Building Multilingual Corpus-driven Textbooks for Ancient Greek Language</a:t>
            </a:r>
            <a:endParaRPr b="0" lang="en-US" sz="2000" spc="-1" strike="noStrike">
              <a:solidFill>
                <a:srgbClr val="000000"/>
              </a:solidFill>
              <a:latin typeface="Arial"/>
            </a:endParaRPr>
          </a:p>
          <a:p>
            <a:pPr>
              <a:lnSpc>
                <a:spcPct val="100000"/>
              </a:lnSpc>
              <a:spcBef>
                <a:spcPts val="1599"/>
              </a:spcBef>
              <a:spcAft>
                <a:spcPts val="799"/>
              </a:spcAft>
              <a:tabLst>
                <a:tab algn="l" pos="0"/>
              </a:tabLst>
            </a:pPr>
            <a:endParaRPr b="0" lang="en-US" sz="2200" spc="-1" strike="noStrike">
              <a:solidFill>
                <a:srgbClr val="000000"/>
              </a:solidFill>
              <a:latin typeface="Arial"/>
            </a:endParaRPr>
          </a:p>
        </p:txBody>
      </p:sp>
      <p:sp>
        <p:nvSpPr>
          <p:cNvPr id="322" name="PlaceHolder 2"/>
          <p:cNvSpPr>
            <a:spLocks noGrp="1"/>
          </p:cNvSpPr>
          <p:nvPr>
            <p:ph type="title"/>
          </p:nvPr>
        </p:nvSpPr>
        <p:spPr>
          <a:xfrm>
            <a:off x="768600" y="2218320"/>
            <a:ext cx="6886800" cy="1473120"/>
          </a:xfrm>
          <a:prstGeom prst="rect">
            <a:avLst/>
          </a:prstGeom>
          <a:noFill/>
          <a:ln w="0">
            <a:noFill/>
          </a:ln>
        </p:spPr>
        <p:txBody>
          <a:bodyPr lIns="0" rIns="90000" tIns="45000" bIns="45000" anchor="b">
            <a:noAutofit/>
          </a:bodyPr>
          <a:p>
            <a:pPr indent="0">
              <a:lnSpc>
                <a:spcPct val="85000"/>
              </a:lnSpc>
              <a:buNone/>
              <a:tabLst>
                <a:tab algn="l" pos="0"/>
              </a:tabLst>
            </a:pPr>
            <a:r>
              <a:rPr b="1" lang="en-US" sz="5700" spc="-1" strike="noStrike">
                <a:solidFill>
                  <a:schemeClr val="dk1"/>
                </a:solidFill>
                <a:latin typeface="Oswald"/>
                <a:ea typeface="Oswald"/>
              </a:rPr>
              <a:t>Didaskalos:</a:t>
            </a:r>
            <a:endParaRPr b="0" lang="en-US" sz="5700" spc="-1" strike="noStrike">
              <a:solidFill>
                <a:srgbClr val="000000"/>
              </a:solidFill>
              <a:latin typeface="Arial"/>
            </a:endParaRPr>
          </a:p>
        </p:txBody>
      </p:sp>
      <p:sp>
        <p:nvSpPr>
          <p:cNvPr id="323" name="Google Shape;86;p15"/>
          <p:cNvSpPr/>
          <p:nvPr/>
        </p:nvSpPr>
        <p:spPr>
          <a:xfrm>
            <a:off x="768600" y="5100120"/>
            <a:ext cx="6886800" cy="519840"/>
          </a:xfrm>
          <a:prstGeom prst="rect">
            <a:avLst/>
          </a:prstGeom>
          <a:noFill/>
          <a:ln w="0">
            <a:noFill/>
          </a:ln>
        </p:spPr>
        <p:style>
          <a:lnRef idx="0"/>
          <a:fillRef idx="0"/>
          <a:effectRef idx="0"/>
          <a:fontRef idx="minor"/>
        </p:style>
        <p:txBody>
          <a:bodyPr lIns="90000" rIns="90000" tIns="91440" bIns="91440" anchor="t">
            <a:noAutofit/>
          </a:bodyPr>
          <a:p>
            <a:pPr>
              <a:lnSpc>
                <a:spcPct val="100000"/>
              </a:lnSpc>
              <a:spcBef>
                <a:spcPts val="1599"/>
              </a:spcBef>
              <a:tabLst>
                <a:tab algn="l" pos="0"/>
              </a:tabLst>
            </a:pPr>
            <a:r>
              <a:rPr b="0" lang="en-US" sz="1800" spc="-1" strike="noStrike">
                <a:solidFill>
                  <a:schemeClr val="dk1"/>
                </a:solidFill>
                <a:latin typeface="Verdana"/>
                <a:ea typeface="Verdana"/>
              </a:rPr>
              <a:t>Farnoosh Shamsian · Digital Pedagogy Institute 2026</a:t>
            </a:r>
            <a:endParaRPr b="0" lang="en-US" sz="1800" spc="-1" strike="noStrike">
              <a:solidFill>
                <a:srgbClr val="000000"/>
              </a:solidFill>
              <a:latin typeface="Arial"/>
            </a:endParaRPr>
          </a:p>
          <a:p>
            <a:pPr>
              <a:lnSpc>
                <a:spcPct val="100000"/>
              </a:lnSpc>
              <a:spcBef>
                <a:spcPts val="799"/>
              </a:spcBef>
              <a:tabLst>
                <a:tab algn="l" pos="0"/>
              </a:tabLst>
            </a:pPr>
            <a:endParaRPr b="0" lang="en-US" sz="2600" spc="-1" strike="noStrike">
              <a:solidFill>
                <a:srgbClr val="000000"/>
              </a:solidFill>
              <a:latin typeface="Arial"/>
            </a:endParaRPr>
          </a:p>
        </p:txBody>
      </p:sp>
      <p:pic>
        <p:nvPicPr>
          <p:cNvPr id="324" name="Google Shape;87;p15" descr="The Didaskalos project logo: a stylised Ionic column standing on an open book, with the word ΔΙΔΑΣΚΑΛΟΣ in Greek capitals beneath it."/>
          <p:cNvPicPr/>
          <p:nvPr/>
        </p:nvPicPr>
        <p:blipFill>
          <a:blip r:embed="rId1"/>
          <a:stretch/>
        </p:blipFill>
        <p:spPr>
          <a:xfrm>
            <a:off x="2535120" y="228240"/>
            <a:ext cx="4229640" cy="241812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5" name="PlaceHolder 1"/>
          <p:cNvSpPr>
            <a:spLocks noGrp="1"/>
          </p:cNvSpPr>
          <p:nvPr>
            <p:ph type="title"/>
          </p:nvPr>
        </p:nvSpPr>
        <p:spPr>
          <a:xfrm>
            <a:off x="-43560" y="265680"/>
            <a:ext cx="5485320" cy="772920"/>
          </a:xfrm>
          <a:prstGeom prst="rect">
            <a:avLst/>
          </a:prstGeom>
          <a:solidFill>
            <a:srgbClr val="000000"/>
          </a:solidFill>
          <a:ln w="0">
            <a:noFill/>
          </a:ln>
        </p:spPr>
        <p:txBody>
          <a:bodyPr lIns="365760" rIns="90000" tIns="45000" bIns="45000" anchor="ctr">
            <a:normAutofit/>
          </a:bodyPr>
          <a:p>
            <a:pPr marL="343080" indent="0">
              <a:lnSpc>
                <a:spcPct val="85000"/>
              </a:lnSpc>
              <a:buNone/>
              <a:tabLst>
                <a:tab algn="l" pos="0"/>
              </a:tabLst>
            </a:pPr>
            <a:r>
              <a:rPr b="1" lang="en-US" sz="3200" spc="-1" strike="noStrike">
                <a:solidFill>
                  <a:schemeClr val="lt1"/>
                </a:solidFill>
                <a:latin typeface="Oswald"/>
                <a:ea typeface="Oswald"/>
              </a:rPr>
              <a:t>Agenda</a:t>
            </a:r>
            <a:endParaRPr b="0" lang="en-US" sz="3200" spc="-1" strike="noStrike">
              <a:solidFill>
                <a:srgbClr val="ffffff"/>
              </a:solidFill>
              <a:latin typeface="Arial"/>
            </a:endParaRPr>
          </a:p>
        </p:txBody>
      </p:sp>
      <p:sp>
        <p:nvSpPr>
          <p:cNvPr id="326" name="PlaceHolder 2"/>
          <p:cNvSpPr>
            <a:spLocks noGrp="1"/>
          </p:cNvSpPr>
          <p:nvPr>
            <p:ph/>
          </p:nvPr>
        </p:nvSpPr>
        <p:spPr>
          <a:xfrm>
            <a:off x="720000" y="1529280"/>
            <a:ext cx="7005240" cy="3916800"/>
          </a:xfrm>
          <a:prstGeom prst="rect">
            <a:avLst/>
          </a:prstGeom>
          <a:noFill/>
          <a:ln w="0">
            <a:noFill/>
          </a:ln>
        </p:spPr>
        <p:txBody>
          <a:bodyPr lIns="90000" rIns="90000" tIns="45000" bIns="45000" anchor="t">
            <a:normAutofit/>
          </a:bodyPr>
          <a:p>
            <a:pPr marL="457200" indent="-419040">
              <a:lnSpc>
                <a:spcPct val="200000"/>
              </a:lnSpc>
              <a:spcBef>
                <a:spcPts val="1001"/>
              </a:spcBef>
              <a:buClr>
                <a:srgbClr val="b83232"/>
              </a:buClr>
              <a:buFont typeface="Verdana"/>
              <a:buChar char="▪"/>
            </a:pPr>
            <a:r>
              <a:rPr b="1" lang="en-US" sz="3000" spc="-1" strike="noStrike">
                <a:solidFill>
                  <a:schemeClr val="dk1"/>
                </a:solidFill>
                <a:latin typeface="Verdana"/>
                <a:ea typeface="Verdana"/>
              </a:rPr>
              <a:t>Part 1 — </a:t>
            </a:r>
            <a:r>
              <a:rPr b="0" lang="en-US" sz="3000" spc="-1" strike="noStrike">
                <a:solidFill>
                  <a:schemeClr val="dk1"/>
                </a:solidFill>
                <a:latin typeface="Verdana"/>
                <a:ea typeface="Verdana"/>
              </a:rPr>
              <a:t>The access problem  </a:t>
            </a:r>
            <a:endParaRPr b="0" lang="en-US" sz="3000" spc="-1" strike="noStrike">
              <a:solidFill>
                <a:srgbClr val="000000"/>
              </a:solidFill>
              <a:latin typeface="Arial"/>
            </a:endParaRPr>
          </a:p>
          <a:p>
            <a:pPr marL="457200" indent="-419040">
              <a:lnSpc>
                <a:spcPct val="200000"/>
              </a:lnSpc>
              <a:spcBef>
                <a:spcPts val="1001"/>
              </a:spcBef>
              <a:buClr>
                <a:srgbClr val="b83232"/>
              </a:buClr>
              <a:buFont typeface="Verdana"/>
              <a:buChar char="▪"/>
            </a:pPr>
            <a:r>
              <a:rPr b="1" lang="en-US" sz="3000" spc="-1" strike="noStrike">
                <a:solidFill>
                  <a:schemeClr val="dk1"/>
                </a:solidFill>
                <a:latin typeface="Verdana"/>
                <a:ea typeface="Verdana"/>
              </a:rPr>
              <a:t>Part 2 — </a:t>
            </a:r>
            <a:r>
              <a:rPr b="0" lang="en-US" sz="3000" spc="-1" strike="noStrike">
                <a:solidFill>
                  <a:schemeClr val="dk1"/>
                </a:solidFill>
                <a:latin typeface="Verdana"/>
                <a:ea typeface="Verdana"/>
              </a:rPr>
              <a:t>Didaskalos, a corpus-driven textbook pipeline </a:t>
            </a:r>
            <a:endParaRPr b="0" lang="en-US" sz="3000" spc="-1" strike="noStrike">
              <a:solidFill>
                <a:srgbClr val="000000"/>
              </a:solidFill>
              <a:latin typeface="Arial"/>
            </a:endParaRPr>
          </a:p>
          <a:p>
            <a:pPr marL="457200" indent="-419040">
              <a:lnSpc>
                <a:spcPct val="200000"/>
              </a:lnSpc>
              <a:spcBef>
                <a:spcPts val="1001"/>
              </a:spcBef>
              <a:spcAft>
                <a:spcPts val="1001"/>
              </a:spcAft>
              <a:buClr>
                <a:srgbClr val="b83232"/>
              </a:buClr>
              <a:buFont typeface="Verdana"/>
              <a:buChar char="▪"/>
            </a:pPr>
            <a:r>
              <a:rPr b="1" lang="en-US" sz="3000" spc="-1" strike="noStrike">
                <a:solidFill>
                  <a:schemeClr val="dk1"/>
                </a:solidFill>
                <a:latin typeface="Verdana"/>
                <a:ea typeface="Verdana"/>
              </a:rPr>
              <a:t>Part 3 — </a:t>
            </a:r>
            <a:r>
              <a:rPr b="0" lang="en-US" sz="3000" spc="-1" strike="noStrike">
                <a:solidFill>
                  <a:schemeClr val="dk1"/>
                </a:solidFill>
                <a:latin typeface="Verdana"/>
                <a:ea typeface="Verdana"/>
              </a:rPr>
              <a:t>Localization in Persian</a:t>
            </a:r>
            <a:endParaRPr b="0" lang="en-US" sz="3000" spc="-1" strike="noStrike">
              <a:solidFill>
                <a:srgbClr val="000000"/>
              </a:solidFill>
              <a:latin typeface="Arial"/>
            </a:endParaRPr>
          </a:p>
          <a:p>
            <a:pPr marL="457200" indent="0">
              <a:lnSpc>
                <a:spcPct val="200000"/>
              </a:lnSpc>
              <a:spcBef>
                <a:spcPts val="1001"/>
              </a:spcBef>
              <a:spcAft>
                <a:spcPts val="1001"/>
              </a:spcAft>
              <a:buNone/>
              <a:tabLst>
                <a:tab algn="l" pos="0"/>
              </a:tabLst>
            </a:pPr>
            <a:endParaRPr b="0" lang="en-US" sz="3000" spc="-1" strike="noStrike">
              <a:solidFill>
                <a:srgbClr val="000000"/>
              </a:solidFill>
              <a:latin typeface="Arial"/>
            </a:endParaRPr>
          </a:p>
        </p:txBody>
      </p:sp>
      <p:sp>
        <p:nvSpPr>
          <p:cNvPr id="327" name="PlaceHolder 3"/>
          <p:cNvSpPr>
            <a:spLocks noGrp="1"/>
          </p:cNvSpPr>
          <p:nvPr>
            <p:ph type="sldNum" idx="8"/>
          </p:nvPr>
        </p:nvSpPr>
        <p:spPr>
          <a:xfrm>
            <a:off x="5587920" y="6335280"/>
            <a:ext cx="1015200" cy="2491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000" spc="-1" strike="noStrike">
                <a:solidFill>
                  <a:schemeClr val="dk1"/>
                </a:solidFill>
                <a:latin typeface="Verdana"/>
                <a:ea typeface="Verdana"/>
              </a:defRPr>
            </a:lvl1pPr>
          </a:lstStyle>
          <a:p>
            <a:pPr indent="0" algn="ctr">
              <a:lnSpc>
                <a:spcPct val="100000"/>
              </a:lnSpc>
              <a:buNone/>
              <a:tabLst>
                <a:tab algn="l" pos="0"/>
              </a:tabLst>
            </a:pPr>
            <a:fld id="{0B4AE923-F89A-469E-94FF-0AB2229B2BE9}" type="slidenum">
              <a:rPr b="0" lang="en-US" sz="1000" spc="-1" strike="noStrike">
                <a:solidFill>
                  <a:schemeClr val="dk1"/>
                </a:solidFill>
                <a:latin typeface="Verdana"/>
                <a:ea typeface="Verdana"/>
              </a:rPr>
              <a:t>2</a:t>
            </a:fld>
            <a:endParaRPr b="0" lang="en-US" sz="1000" spc="-1" strike="noStrike">
              <a:solidFill>
                <a:srgbClr val="000000"/>
              </a:solidFill>
              <a:latin typeface="Times New Roman"/>
            </a:endParaRPr>
          </a:p>
        </p:txBody>
      </p:sp>
    </p:spTree>
  </p:cSld>
  <mc:AlternateContent>
    <mc:Choice Requires="p14">
      <p:transition spd="med" p14:dur="70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8" name="PlaceHolder 1"/>
          <p:cNvSpPr>
            <a:spLocks noGrp="1"/>
          </p:cNvSpPr>
          <p:nvPr>
            <p:ph type="title"/>
          </p:nvPr>
        </p:nvSpPr>
        <p:spPr>
          <a:xfrm>
            <a:off x="1997280" y="1632960"/>
            <a:ext cx="8386560" cy="1652400"/>
          </a:xfrm>
          <a:prstGeom prst="rect">
            <a:avLst/>
          </a:prstGeom>
          <a:noFill/>
          <a:ln w="0">
            <a:noFill/>
          </a:ln>
        </p:spPr>
        <p:txBody>
          <a:bodyPr lIns="90000" rIns="90000" tIns="45000" bIns="45000" anchor="b">
            <a:normAutofit/>
          </a:bodyPr>
          <a:p>
            <a:pPr indent="0">
              <a:lnSpc>
                <a:spcPct val="85000"/>
              </a:lnSpc>
              <a:buNone/>
              <a:tabLst>
                <a:tab algn="l" pos="0"/>
              </a:tabLst>
            </a:pPr>
            <a:r>
              <a:rPr b="1" lang="en-US" sz="4800" spc="-1" strike="noStrike">
                <a:solidFill>
                  <a:schemeClr val="dk1"/>
                </a:solidFill>
                <a:latin typeface="Oswald"/>
                <a:ea typeface="Oswald"/>
              </a:rPr>
              <a:t>Part 1</a:t>
            </a:r>
            <a:endParaRPr b="0" lang="en-US" sz="4800" spc="-1" strike="noStrike">
              <a:solidFill>
                <a:srgbClr val="000000"/>
              </a:solidFill>
              <a:latin typeface="Arial"/>
            </a:endParaRPr>
          </a:p>
          <a:p>
            <a:pPr indent="0">
              <a:lnSpc>
                <a:spcPct val="85000"/>
              </a:lnSpc>
              <a:buNone/>
              <a:tabLst>
                <a:tab algn="l" pos="0"/>
              </a:tabLst>
            </a:pPr>
            <a:r>
              <a:rPr b="1" lang="en-US" sz="4800" spc="-1" strike="noStrike">
                <a:solidFill>
                  <a:schemeClr val="dk1"/>
                </a:solidFill>
                <a:latin typeface="Oswald"/>
                <a:ea typeface="Oswald"/>
              </a:rPr>
              <a:t>The access problem</a:t>
            </a:r>
            <a:endParaRPr b="0" lang="en-US" sz="4800" spc="-1" strike="noStrike">
              <a:solidFill>
                <a:srgbClr val="000000"/>
              </a:solidFill>
              <a:latin typeface="Arial"/>
            </a:endParaRPr>
          </a:p>
        </p:txBody>
      </p:sp>
      <p:sp>
        <p:nvSpPr>
          <p:cNvPr id="329" name="PlaceHolder 2"/>
          <p:cNvSpPr>
            <a:spLocks noGrp="1"/>
          </p:cNvSpPr>
          <p:nvPr>
            <p:ph/>
          </p:nvPr>
        </p:nvSpPr>
        <p:spPr>
          <a:xfrm>
            <a:off x="2122200" y="3286440"/>
            <a:ext cx="8328600" cy="597600"/>
          </a:xfrm>
          <a:prstGeom prst="rect">
            <a:avLst/>
          </a:prstGeom>
          <a:noFill/>
          <a:ln w="0">
            <a:noFill/>
          </a:ln>
        </p:spPr>
        <p:txBody>
          <a:bodyPr lIns="0" rIns="90000" tIns="45000" bIns="45000" anchor="t">
            <a:noAutofit/>
          </a:bodyPr>
          <a:p>
            <a:pPr indent="0">
              <a:lnSpc>
                <a:spcPct val="100000"/>
              </a:lnSpc>
              <a:spcBef>
                <a:spcPts val="799"/>
              </a:spcBef>
              <a:spcAft>
                <a:spcPts val="799"/>
              </a:spcAft>
              <a:buNone/>
              <a:tabLst>
                <a:tab algn="l" pos="0"/>
              </a:tabLst>
            </a:pPr>
            <a:r>
              <a:rPr b="0" lang="en-US" sz="2400" spc="-1" strike="noStrike">
                <a:solidFill>
                  <a:schemeClr val="dk1"/>
                </a:solidFill>
                <a:latin typeface="Verdana"/>
                <a:ea typeface="Verdana"/>
              </a:rPr>
              <a:t>Who gets to read the source texts directly?</a:t>
            </a:r>
            <a:endParaRPr b="0" lang="en-US" sz="2400" spc="-1" strike="noStrike">
              <a:solidFill>
                <a:srgbClr val="000000"/>
              </a:solidFill>
              <a:latin typeface="Arial"/>
            </a:endParaRPr>
          </a:p>
        </p:txBody>
      </p:sp>
      <p:sp>
        <p:nvSpPr>
          <p:cNvPr id="330" name="PlaceHolder 3"/>
          <p:cNvSpPr>
            <a:spLocks noGrp="1"/>
          </p:cNvSpPr>
          <p:nvPr>
            <p:ph type="sldNum" idx="9"/>
          </p:nvPr>
        </p:nvSpPr>
        <p:spPr>
          <a:xfrm>
            <a:off x="5587920" y="6335280"/>
            <a:ext cx="1015200" cy="2491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000" spc="-1" strike="noStrike">
                <a:solidFill>
                  <a:schemeClr val="dk1"/>
                </a:solidFill>
                <a:latin typeface="Verdana"/>
                <a:ea typeface="Verdana"/>
              </a:defRPr>
            </a:lvl1pPr>
          </a:lstStyle>
          <a:p>
            <a:pPr indent="0" algn="ctr">
              <a:lnSpc>
                <a:spcPct val="100000"/>
              </a:lnSpc>
              <a:buNone/>
              <a:tabLst>
                <a:tab algn="l" pos="0"/>
              </a:tabLst>
            </a:pPr>
            <a:r>
              <a:rPr b="0" lang="en-US" sz="1000" spc="-1" strike="noStrike">
                <a:solidFill>
                  <a:schemeClr val="dk1"/>
                </a:solidFill>
                <a:latin typeface="Verdana"/>
                <a:ea typeface="Verdana"/>
              </a:rPr>
              <a:t>PAGE  </a:t>
            </a:r>
            <a:fld id="{D0EB4049-08FD-4248-9A08-660CA1CE781F}" type="slidenum">
              <a:rPr b="0" lang="en-US" sz="1000" spc="-1" strike="noStrike">
                <a:solidFill>
                  <a:schemeClr val="dk1"/>
                </a:solidFill>
                <a:latin typeface="Verdana"/>
                <a:ea typeface="Verdana"/>
              </a:rPr>
              <a:t>3</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1" name="PlaceHolder 1"/>
          <p:cNvSpPr>
            <a:spLocks noGrp="1"/>
          </p:cNvSpPr>
          <p:nvPr>
            <p:ph type="title"/>
          </p:nvPr>
        </p:nvSpPr>
        <p:spPr>
          <a:xfrm>
            <a:off x="2802240" y="829800"/>
            <a:ext cx="6586560" cy="909000"/>
          </a:xfrm>
          <a:prstGeom prst="rect">
            <a:avLst/>
          </a:prstGeom>
          <a:noFill/>
          <a:ln w="0">
            <a:noFill/>
          </a:ln>
        </p:spPr>
        <p:txBody>
          <a:bodyPr lIns="90000" rIns="90000" tIns="45000" bIns="45000" anchor="b">
            <a:normAutofit/>
          </a:bodyPr>
          <a:p>
            <a:pPr indent="0" algn="ctr">
              <a:lnSpc>
                <a:spcPct val="85000"/>
              </a:lnSpc>
              <a:buNone/>
              <a:tabLst>
                <a:tab algn="l" pos="0"/>
              </a:tabLst>
            </a:pPr>
            <a:r>
              <a:rPr b="1" lang="en-US" sz="3600" spc="-1" strike="noStrike">
                <a:solidFill>
                  <a:schemeClr val="dk1"/>
                </a:solidFill>
                <a:latin typeface="Oswald"/>
                <a:ea typeface="Oswald"/>
              </a:rPr>
              <a:t>Why Herodotus wrote</a:t>
            </a:r>
            <a:endParaRPr b="0" lang="en-US" sz="3600" spc="-1" strike="noStrike">
              <a:solidFill>
                <a:srgbClr val="000000"/>
              </a:solidFill>
              <a:latin typeface="Arial"/>
            </a:endParaRPr>
          </a:p>
        </p:txBody>
      </p:sp>
      <p:sp>
        <p:nvSpPr>
          <p:cNvPr id="332" name="PlaceHolder 2"/>
          <p:cNvSpPr>
            <a:spLocks noGrp="1"/>
          </p:cNvSpPr>
          <p:nvPr>
            <p:ph/>
          </p:nvPr>
        </p:nvSpPr>
        <p:spPr>
          <a:xfrm>
            <a:off x="1691640" y="1874520"/>
            <a:ext cx="8777160" cy="2833560"/>
          </a:xfrm>
          <a:prstGeom prst="rect">
            <a:avLst/>
          </a:prstGeom>
          <a:noFill/>
          <a:ln w="0">
            <a:noFill/>
          </a:ln>
        </p:spPr>
        <p:txBody>
          <a:bodyPr lIns="90000" rIns="90000" tIns="45000" bIns="45000" anchor="ctr">
            <a:normAutofit/>
          </a:bodyPr>
          <a:p>
            <a:pPr indent="0" algn="ctr">
              <a:lnSpc>
                <a:spcPct val="100000"/>
              </a:lnSpc>
              <a:spcAft>
                <a:spcPts val="2200"/>
              </a:spcAft>
              <a:buNone/>
              <a:tabLst>
                <a:tab algn="l" pos="0"/>
              </a:tabLst>
            </a:pPr>
            <a:r>
              <a:rPr b="0" lang="en-US" sz="2600" spc="-1" strike="noStrike">
                <a:solidFill>
                  <a:schemeClr val="dk1"/>
                </a:solidFill>
                <a:latin typeface="Arial"/>
                <a:ea typeface="Arial"/>
              </a:rPr>
              <a:t>«…μήτε ἔργα μεγάλα τε καὶ θωμαστά, τὰ μὲν Ἕλλησι τὰ δὲ βαρβάροισι ἀποδεχθέντα, ἀκλεᾶ γένηται»</a:t>
            </a:r>
            <a:endParaRPr b="0" lang="en-US" sz="2600" spc="-1" strike="noStrike">
              <a:solidFill>
                <a:srgbClr val="000000"/>
              </a:solidFill>
              <a:latin typeface="Arial"/>
            </a:endParaRPr>
          </a:p>
          <a:p>
            <a:pPr indent="0" algn="ctr">
              <a:lnSpc>
                <a:spcPct val="100000"/>
              </a:lnSpc>
              <a:buNone/>
              <a:tabLst>
                <a:tab algn="l" pos="0"/>
              </a:tabLst>
            </a:pPr>
            <a:r>
              <a:rPr b="0" i="1" lang="en-US" sz="1700" spc="-1" strike="noStrike">
                <a:solidFill>
                  <a:schemeClr val="dk1"/>
                </a:solidFill>
                <a:latin typeface="Verdana"/>
                <a:ea typeface="Verdana"/>
              </a:rPr>
              <a:t>“…</a:t>
            </a:r>
            <a:r>
              <a:rPr b="0" i="1" lang="en-US" sz="1700" spc="-1" strike="noStrike">
                <a:solidFill>
                  <a:schemeClr val="dk1"/>
                </a:solidFill>
                <a:latin typeface="Verdana"/>
                <a:ea typeface="Verdana"/>
              </a:rPr>
              <a:t>so that great and wondrous deeds — some performed by Greeks, some by non-Greeks (barbarians) — may not lose their glory.”</a:t>
            </a:r>
            <a:endParaRPr b="0" lang="en-US" sz="1700" spc="-1" strike="noStrike">
              <a:solidFill>
                <a:srgbClr val="000000"/>
              </a:solidFill>
              <a:latin typeface="Arial"/>
            </a:endParaRPr>
          </a:p>
        </p:txBody>
      </p:sp>
      <p:sp>
        <p:nvSpPr>
          <p:cNvPr id="333" name="PlaceHolder 3"/>
          <p:cNvSpPr>
            <a:spLocks noGrp="1"/>
          </p:cNvSpPr>
          <p:nvPr>
            <p:ph/>
          </p:nvPr>
        </p:nvSpPr>
        <p:spPr>
          <a:xfrm>
            <a:off x="3930120" y="4784760"/>
            <a:ext cx="4330800" cy="275400"/>
          </a:xfrm>
          <a:prstGeom prst="rect">
            <a:avLst/>
          </a:prstGeom>
          <a:noFill/>
          <a:ln w="0">
            <a:noFill/>
          </a:ln>
        </p:spPr>
        <p:txBody>
          <a:bodyPr lIns="90000" rIns="90000" tIns="45000" bIns="45000" anchor="ctr">
            <a:normAutofit/>
          </a:bodyPr>
          <a:p>
            <a:pPr indent="0" algn="ctr">
              <a:lnSpc>
                <a:spcPct val="100000"/>
              </a:lnSpc>
              <a:buNone/>
              <a:tabLst>
                <a:tab algn="l" pos="0"/>
              </a:tabLst>
            </a:pPr>
            <a:r>
              <a:rPr b="1" lang="en-US" sz="1200" spc="-1" strike="noStrike">
                <a:solidFill>
                  <a:schemeClr val="dk1"/>
                </a:solidFill>
                <a:latin typeface="Verdana"/>
                <a:ea typeface="Verdana"/>
              </a:rPr>
              <a:t>HERODOTUS, HISTORIES 1.1</a:t>
            </a:r>
            <a:endParaRPr b="0" lang="en-US" sz="1200" spc="-1" strike="noStrike">
              <a:solidFill>
                <a:srgbClr val="000000"/>
              </a:solidFill>
              <a:latin typeface="Arial"/>
            </a:endParaRPr>
          </a:p>
        </p:txBody>
      </p:sp>
      <p:sp>
        <p:nvSpPr>
          <p:cNvPr id="334" name="PlaceHolder 4"/>
          <p:cNvSpPr>
            <a:spLocks noGrp="1"/>
          </p:cNvSpPr>
          <p:nvPr>
            <p:ph type="sldNum" idx="10"/>
          </p:nvPr>
        </p:nvSpPr>
        <p:spPr>
          <a:xfrm>
            <a:off x="5587920" y="6335280"/>
            <a:ext cx="1014840" cy="2491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000" spc="-1" strike="noStrike">
                <a:solidFill>
                  <a:schemeClr val="dk1"/>
                </a:solidFill>
                <a:latin typeface="Verdana"/>
                <a:ea typeface="Verdana"/>
              </a:defRPr>
            </a:lvl1pPr>
          </a:lstStyle>
          <a:p>
            <a:pPr indent="0" algn="ctr">
              <a:lnSpc>
                <a:spcPct val="100000"/>
              </a:lnSpc>
              <a:buNone/>
              <a:tabLst>
                <a:tab algn="l" pos="0"/>
              </a:tabLst>
            </a:pPr>
            <a:fld id="{A59B7F7E-7F7C-4186-9CEA-91B96D6FCC18}" type="slidenum">
              <a:rPr b="0" lang="en-US" sz="1000" spc="-1" strike="noStrike">
                <a:solidFill>
                  <a:schemeClr val="dk1"/>
                </a:solidFill>
                <a:latin typeface="Verdana"/>
                <a:ea typeface="Verdana"/>
              </a:rPr>
              <a:t>4</a:t>
            </a:fld>
            <a:endParaRPr b="0" lang="en-US" sz="1000" spc="-1" strike="noStrike">
              <a:solidFill>
                <a:srgbClr val="000000"/>
              </a:solidFill>
              <a:latin typeface="Times New Roman"/>
            </a:endParaRPr>
          </a:p>
        </p:txBody>
      </p:sp>
    </p:spTree>
  </p:cSld>
  <mc:AlternateContent>
    <mc:Choice Requires="p14">
      <p:transition spd="med" p14:dur="70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5" name="PlaceHolder 1"/>
          <p:cNvSpPr>
            <a:spLocks noGrp="1"/>
          </p:cNvSpPr>
          <p:nvPr>
            <p:ph/>
          </p:nvPr>
        </p:nvSpPr>
        <p:spPr>
          <a:xfrm>
            <a:off x="695520" y="1425600"/>
            <a:ext cx="7376400" cy="4593960"/>
          </a:xfrm>
          <a:prstGeom prst="rect">
            <a:avLst/>
          </a:prstGeom>
          <a:noFill/>
          <a:ln w="0">
            <a:noFill/>
          </a:ln>
        </p:spPr>
        <p:txBody>
          <a:bodyPr lIns="90000" rIns="90000" tIns="45000" bIns="45000" anchor="t">
            <a:normAutofit/>
          </a:bodyPr>
          <a:p>
            <a:pPr marL="457200" indent="-361800">
              <a:lnSpc>
                <a:spcPct val="115000"/>
              </a:lnSpc>
              <a:spcBef>
                <a:spcPts val="1001"/>
              </a:spcBef>
              <a:buClr>
                <a:srgbClr val="b83232"/>
              </a:buClr>
              <a:buFont typeface="Verdana"/>
              <a:buChar char="▪"/>
            </a:pPr>
            <a:r>
              <a:rPr b="0" lang="en-US" sz="2100" spc="-1" strike="noStrike">
                <a:solidFill>
                  <a:schemeClr val="dk1"/>
                </a:solidFill>
                <a:latin typeface="Verdana"/>
                <a:ea typeface="Verdana"/>
              </a:rPr>
              <a:t>For readers in Iran and across West and Central Asia, as well as in parts of Africa, Ancient Greek texts are primary sources of their own past</a:t>
            </a:r>
            <a:endParaRPr b="0" lang="en-US" sz="2100" spc="-1" strike="noStrike">
              <a:solidFill>
                <a:srgbClr val="000000"/>
              </a:solidFill>
              <a:latin typeface="Arial"/>
            </a:endParaRPr>
          </a:p>
          <a:p>
            <a:pPr marL="457200" indent="-361800">
              <a:lnSpc>
                <a:spcPct val="115000"/>
              </a:lnSpc>
              <a:spcBef>
                <a:spcPts val="1001"/>
              </a:spcBef>
              <a:buClr>
                <a:srgbClr val="b83232"/>
              </a:buClr>
              <a:buFont typeface="Verdana"/>
              <a:buChar char="▪"/>
            </a:pPr>
            <a:r>
              <a:rPr b="0" lang="en-US" sz="2100" spc="-1" strike="noStrike">
                <a:solidFill>
                  <a:schemeClr val="dk1"/>
                </a:solidFill>
                <a:latin typeface="Verdana"/>
                <a:ea typeface="Verdana"/>
              </a:rPr>
              <a:t>Much of the surviving narrative of ancient Persia comes to us in Ancient Greek</a:t>
            </a:r>
            <a:endParaRPr b="0" lang="en-US" sz="2100" spc="-1" strike="noStrike">
              <a:solidFill>
                <a:srgbClr val="000000"/>
              </a:solidFill>
              <a:latin typeface="Arial"/>
            </a:endParaRPr>
          </a:p>
          <a:p>
            <a:pPr marL="457200" indent="-361800">
              <a:lnSpc>
                <a:spcPct val="115000"/>
              </a:lnSpc>
              <a:spcBef>
                <a:spcPts val="1001"/>
              </a:spcBef>
              <a:buClr>
                <a:srgbClr val="b83232"/>
              </a:buClr>
              <a:buFont typeface="Verdana"/>
              <a:buChar char="▪"/>
            </a:pPr>
            <a:r>
              <a:rPr b="0" lang="en-US" sz="2100" spc="-1" strike="noStrike">
                <a:solidFill>
                  <a:schemeClr val="dk1"/>
                </a:solidFill>
                <a:latin typeface="Verdana"/>
                <a:ea typeface="Verdana"/>
              </a:rPr>
              <a:t>Yet in Persian, they are mostly available through indirect translations </a:t>
            </a:r>
            <a:endParaRPr b="0" lang="en-US" sz="2100" spc="-1" strike="noStrike">
              <a:solidFill>
                <a:srgbClr val="000000"/>
              </a:solidFill>
              <a:latin typeface="Arial"/>
            </a:endParaRPr>
          </a:p>
          <a:p>
            <a:pPr marL="457200" indent="-361800">
              <a:lnSpc>
                <a:spcPct val="115000"/>
              </a:lnSpc>
              <a:spcBef>
                <a:spcPts val="1001"/>
              </a:spcBef>
              <a:spcAft>
                <a:spcPts val="1001"/>
              </a:spcAft>
              <a:buClr>
                <a:srgbClr val="b83232"/>
              </a:buClr>
              <a:buFont typeface="Verdana"/>
              <a:buChar char="▪"/>
            </a:pPr>
            <a:r>
              <a:rPr b="0" lang="en-US" sz="2100" spc="-1" strike="noStrike">
                <a:solidFill>
                  <a:schemeClr val="dk1"/>
                </a:solidFill>
                <a:latin typeface="Verdana"/>
                <a:ea typeface="Verdana"/>
              </a:rPr>
              <a:t>European interpretive choices are inherited along through mediating texts</a:t>
            </a:r>
            <a:endParaRPr b="0" lang="en-US" sz="2100" spc="-1" strike="noStrike">
              <a:solidFill>
                <a:srgbClr val="000000"/>
              </a:solidFill>
              <a:latin typeface="Arial"/>
            </a:endParaRPr>
          </a:p>
        </p:txBody>
      </p:sp>
      <p:sp>
        <p:nvSpPr>
          <p:cNvPr id="336" name="PlaceHolder 2"/>
          <p:cNvSpPr>
            <a:spLocks noGrp="1"/>
          </p:cNvSpPr>
          <p:nvPr>
            <p:ph type="sldNum" idx="11"/>
          </p:nvPr>
        </p:nvSpPr>
        <p:spPr>
          <a:xfrm>
            <a:off x="5587920" y="6335280"/>
            <a:ext cx="1015200" cy="2491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000" spc="-1" strike="noStrike">
                <a:solidFill>
                  <a:schemeClr val="dk1"/>
                </a:solidFill>
                <a:latin typeface="Verdana"/>
                <a:ea typeface="Verdana"/>
              </a:defRPr>
            </a:lvl1pPr>
          </a:lstStyle>
          <a:p>
            <a:pPr indent="0" algn="ctr">
              <a:lnSpc>
                <a:spcPct val="100000"/>
              </a:lnSpc>
              <a:buNone/>
              <a:tabLst>
                <a:tab algn="l" pos="0"/>
              </a:tabLst>
            </a:pPr>
            <a:r>
              <a:rPr b="0" lang="en-US" sz="1000" spc="-1" strike="noStrike">
                <a:solidFill>
                  <a:schemeClr val="dk1"/>
                </a:solidFill>
                <a:latin typeface="Verdana"/>
                <a:ea typeface="Verdana"/>
              </a:rPr>
              <a:t> </a:t>
            </a:r>
            <a:fld id="{4B02113D-CB27-4C4B-BB99-F28421E28729}" type="slidenum">
              <a:rPr b="0" lang="en-US" sz="1000" spc="-1" strike="noStrike">
                <a:solidFill>
                  <a:schemeClr val="dk1"/>
                </a:solidFill>
                <a:latin typeface="Verdana"/>
                <a:ea typeface="Verdana"/>
              </a:rPr>
              <a:t>5</a:t>
            </a:fld>
            <a:endParaRPr b="0" lang="en-US" sz="1000" spc="-1" strike="noStrike">
              <a:solidFill>
                <a:srgbClr val="000000"/>
              </a:solidFill>
              <a:latin typeface="Times New Roman"/>
            </a:endParaRPr>
          </a:p>
        </p:txBody>
      </p:sp>
      <p:sp>
        <p:nvSpPr>
          <p:cNvPr id="337" name="PlaceHolder 3"/>
          <p:cNvSpPr>
            <a:spLocks noGrp="1"/>
          </p:cNvSpPr>
          <p:nvPr>
            <p:ph type="title"/>
          </p:nvPr>
        </p:nvSpPr>
        <p:spPr>
          <a:xfrm>
            <a:off x="-43560" y="-60120"/>
            <a:ext cx="10861920" cy="1235880"/>
          </a:xfrm>
          <a:prstGeom prst="rect">
            <a:avLst/>
          </a:prstGeom>
          <a:solidFill>
            <a:srgbClr val="000000"/>
          </a:solidFill>
          <a:ln w="0">
            <a:noFill/>
          </a:ln>
        </p:spPr>
        <p:txBody>
          <a:bodyPr lIns="365760" rIns="90000" tIns="45000" bIns="45000" anchor="ctr">
            <a:noAutofit/>
          </a:bodyPr>
          <a:p>
            <a:pPr marL="228600" indent="0">
              <a:lnSpc>
                <a:spcPct val="115000"/>
              </a:lnSpc>
              <a:buNone/>
              <a:tabLst>
                <a:tab algn="l" pos="0"/>
              </a:tabLst>
            </a:pPr>
            <a:r>
              <a:rPr b="1" lang="en-US" sz="3200" spc="-1" strike="noStrike">
                <a:solidFill>
                  <a:schemeClr val="lt1"/>
                </a:solidFill>
                <a:latin typeface="Oswald"/>
                <a:ea typeface="Oswald"/>
              </a:rPr>
              <a:t>Persian history, written in Greek</a:t>
            </a:r>
            <a:endParaRPr b="0" lang="en-US" sz="32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8" name="PlaceHolder 1"/>
          <p:cNvSpPr>
            <a:spLocks noGrp="1"/>
          </p:cNvSpPr>
          <p:nvPr>
            <p:ph/>
          </p:nvPr>
        </p:nvSpPr>
        <p:spPr>
          <a:xfrm>
            <a:off x="567000" y="1134000"/>
            <a:ext cx="11063160" cy="821880"/>
          </a:xfrm>
          <a:prstGeom prst="rect">
            <a:avLst/>
          </a:prstGeom>
          <a:noFill/>
          <a:ln w="0">
            <a:noFill/>
          </a:ln>
        </p:spPr>
        <p:txBody>
          <a:bodyPr lIns="90000" rIns="90000" tIns="45000" bIns="45000" anchor="t">
            <a:normAutofit/>
          </a:bodyPr>
          <a:p>
            <a:pPr indent="0">
              <a:lnSpc>
                <a:spcPct val="100000"/>
              </a:lnSpc>
              <a:buNone/>
              <a:tabLst>
                <a:tab algn="l" pos="0"/>
              </a:tabLst>
            </a:pPr>
            <a:r>
              <a:rPr b="0" lang="en-US" sz="1700" spc="-1" strike="noStrike">
                <a:solidFill>
                  <a:schemeClr val="dk1"/>
                </a:solidFill>
                <a:latin typeface="Verdana"/>
                <a:ea typeface="Verdana"/>
              </a:rPr>
              <a:t>From before the Greco-Persian wars until long after Alexander’s conquest, Persia and the Greek world were deeply entangled. Yet in Persian today:</a:t>
            </a:r>
            <a:endParaRPr b="0" lang="en-US" sz="1700" spc="-1" strike="noStrike">
              <a:solidFill>
                <a:srgbClr val="000000"/>
              </a:solidFill>
              <a:latin typeface="Arial"/>
            </a:endParaRPr>
          </a:p>
        </p:txBody>
      </p:sp>
      <p:sp>
        <p:nvSpPr>
          <p:cNvPr id="339" name="PlaceHolder 2"/>
          <p:cNvSpPr>
            <a:spLocks noGrp="1"/>
          </p:cNvSpPr>
          <p:nvPr>
            <p:ph type="sldNum" idx="12"/>
          </p:nvPr>
        </p:nvSpPr>
        <p:spPr>
          <a:xfrm>
            <a:off x="5587920" y="6335280"/>
            <a:ext cx="1015200" cy="2491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000" spc="-1" strike="noStrike">
                <a:solidFill>
                  <a:schemeClr val="dk1"/>
                </a:solidFill>
                <a:latin typeface="Verdana"/>
                <a:ea typeface="Verdana"/>
              </a:defRPr>
            </a:lvl1pPr>
          </a:lstStyle>
          <a:p>
            <a:pPr indent="0" algn="ctr">
              <a:lnSpc>
                <a:spcPct val="100000"/>
              </a:lnSpc>
              <a:buNone/>
              <a:tabLst>
                <a:tab algn="l" pos="0"/>
              </a:tabLst>
            </a:pPr>
            <a:fld id="{67559179-FE56-4FE4-9146-6723589785C7}" type="slidenum">
              <a:rPr b="0" lang="en-US" sz="1000" spc="-1" strike="noStrike">
                <a:solidFill>
                  <a:schemeClr val="dk1"/>
                </a:solidFill>
                <a:latin typeface="Verdana"/>
                <a:ea typeface="Verdana"/>
              </a:rPr>
              <a:t>6</a:t>
            </a:fld>
            <a:endParaRPr b="0" lang="en-US" sz="1000" spc="-1" strike="noStrike">
              <a:solidFill>
                <a:srgbClr val="000000"/>
              </a:solidFill>
              <a:latin typeface="Times New Roman"/>
            </a:endParaRPr>
          </a:p>
        </p:txBody>
      </p:sp>
      <p:sp>
        <p:nvSpPr>
          <p:cNvPr id="340" name="PlaceHolder 3"/>
          <p:cNvSpPr>
            <a:spLocks noGrp="1"/>
          </p:cNvSpPr>
          <p:nvPr>
            <p:ph type="title"/>
          </p:nvPr>
        </p:nvSpPr>
        <p:spPr>
          <a:xfrm>
            <a:off x="-43560" y="265680"/>
            <a:ext cx="10861200" cy="648000"/>
          </a:xfrm>
          <a:prstGeom prst="rect">
            <a:avLst/>
          </a:prstGeom>
          <a:solidFill>
            <a:srgbClr val="000000"/>
          </a:solidFill>
          <a:ln w="0">
            <a:noFill/>
          </a:ln>
        </p:spPr>
        <p:txBody>
          <a:bodyPr lIns="90000" rIns="90000" tIns="45000" bIns="45000" anchor="ctr">
            <a:normAutofit/>
          </a:bodyPr>
          <a:p>
            <a:pPr marL="228600" indent="0">
              <a:lnSpc>
                <a:spcPct val="85000"/>
              </a:lnSpc>
              <a:buNone/>
              <a:tabLst>
                <a:tab algn="l" pos="0"/>
              </a:tabLst>
            </a:pPr>
            <a:r>
              <a:rPr b="1" lang="en-US" sz="3200" spc="-1" strike="noStrike">
                <a:solidFill>
                  <a:schemeClr val="lt1"/>
                </a:solidFill>
                <a:latin typeface="Oswald"/>
                <a:ea typeface="Oswald"/>
              </a:rPr>
              <a:t>Statement of the problem</a:t>
            </a:r>
            <a:endParaRPr b="0" lang="en-US" sz="3200" spc="-1" strike="noStrike">
              <a:solidFill>
                <a:srgbClr val="ffffff"/>
              </a:solidFill>
              <a:latin typeface="Arial"/>
            </a:endParaRPr>
          </a:p>
        </p:txBody>
      </p:sp>
      <p:sp>
        <p:nvSpPr>
          <p:cNvPr id="341" name="Rounded Rectangle 127"/>
          <p:cNvSpPr/>
          <p:nvPr/>
        </p:nvSpPr>
        <p:spPr>
          <a:xfrm>
            <a:off x="567000" y="2395800"/>
            <a:ext cx="3528360" cy="1388880"/>
          </a:xfrm>
          <a:prstGeom prst="roundRect">
            <a:avLst>
              <a:gd name="adj" fmla="val 6000"/>
            </a:avLst>
          </a:prstGeom>
          <a:solidFill>
            <a:srgbClr val="f7e0d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01240" rIns="201240" tIns="146160" bIns="146160" anchor="t">
            <a:noAutofit/>
          </a:bodyPr>
          <a:p>
            <a:pPr>
              <a:lnSpc>
                <a:spcPct val="100000"/>
              </a:lnSpc>
              <a:spcAft>
                <a:spcPts val="700"/>
              </a:spcAft>
            </a:pPr>
            <a:r>
              <a:rPr b="1" lang="en-US" sz="1500" spc="-1" strike="noStrike">
                <a:solidFill>
                  <a:srgbClr val="b83232"/>
                </a:solidFill>
                <a:latin typeface="Verdana"/>
                <a:ea typeface="Arial"/>
              </a:rPr>
              <a:t>No established academic program</a:t>
            </a:r>
            <a:endParaRPr b="0" lang="en-US" sz="1500" spc="-1" strike="noStrike">
              <a:solidFill>
                <a:srgbClr val="000000"/>
              </a:solidFill>
              <a:latin typeface="Arial"/>
            </a:endParaRPr>
          </a:p>
          <a:p>
            <a:pPr>
              <a:lnSpc>
                <a:spcPct val="100000"/>
              </a:lnSpc>
            </a:pPr>
            <a:r>
              <a:rPr b="0" lang="en-US" sz="1250" spc="-1" strike="noStrike">
                <a:solidFill>
                  <a:srgbClr val="262626"/>
                </a:solidFill>
                <a:latin typeface="Verdana"/>
                <a:ea typeface="Arial"/>
              </a:rPr>
              <a:t>Ancient Greek is not taught regularly in any institution in Iran.</a:t>
            </a:r>
            <a:endParaRPr b="0" lang="en-US" sz="1250" spc="-1" strike="noStrike">
              <a:solidFill>
                <a:srgbClr val="000000"/>
              </a:solidFill>
              <a:latin typeface="Arial"/>
            </a:endParaRPr>
          </a:p>
        </p:txBody>
      </p:sp>
      <p:sp>
        <p:nvSpPr>
          <p:cNvPr id="342" name="Rounded Rectangle 128"/>
          <p:cNvSpPr/>
          <p:nvPr/>
        </p:nvSpPr>
        <p:spPr>
          <a:xfrm>
            <a:off x="4407480" y="2395800"/>
            <a:ext cx="3528360" cy="1388880"/>
          </a:xfrm>
          <a:prstGeom prst="roundRect">
            <a:avLst>
              <a:gd name="adj" fmla="val 6000"/>
            </a:avLst>
          </a:prstGeom>
          <a:solidFill>
            <a:srgbClr val="f7e0d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01240" rIns="201240" tIns="146160" bIns="146160" anchor="t">
            <a:noAutofit/>
          </a:bodyPr>
          <a:p>
            <a:pPr>
              <a:lnSpc>
                <a:spcPct val="100000"/>
              </a:lnSpc>
              <a:spcAft>
                <a:spcPts val="700"/>
              </a:spcAft>
            </a:pPr>
            <a:r>
              <a:rPr b="1" lang="en-US" sz="1500" spc="-1" strike="noStrike">
                <a:solidFill>
                  <a:srgbClr val="b83232"/>
                </a:solidFill>
                <a:latin typeface="Verdana"/>
                <a:ea typeface="Arial"/>
              </a:rPr>
              <a:t>Few direct translations</a:t>
            </a:r>
            <a:endParaRPr b="0" lang="en-US" sz="1500" spc="-1" strike="noStrike">
              <a:solidFill>
                <a:srgbClr val="000000"/>
              </a:solidFill>
              <a:latin typeface="Arial"/>
            </a:endParaRPr>
          </a:p>
          <a:p>
            <a:pPr>
              <a:lnSpc>
                <a:spcPct val="100000"/>
              </a:lnSpc>
            </a:pPr>
            <a:r>
              <a:rPr b="0" lang="en-US" sz="1250" spc="-1" strike="noStrike">
                <a:solidFill>
                  <a:srgbClr val="262626"/>
                </a:solidFill>
                <a:latin typeface="Verdana"/>
                <a:ea typeface="Arial"/>
              </a:rPr>
              <a:t>Persian translations arrive via English, French or German.</a:t>
            </a:r>
            <a:endParaRPr b="0" lang="en-US" sz="1250" spc="-1" strike="noStrike">
              <a:solidFill>
                <a:srgbClr val="000000"/>
              </a:solidFill>
              <a:latin typeface="Arial"/>
            </a:endParaRPr>
          </a:p>
        </p:txBody>
      </p:sp>
      <p:sp>
        <p:nvSpPr>
          <p:cNvPr id="343" name="Rounded Rectangle 129"/>
          <p:cNvSpPr/>
          <p:nvPr/>
        </p:nvSpPr>
        <p:spPr>
          <a:xfrm>
            <a:off x="8247960" y="2395800"/>
            <a:ext cx="3528360" cy="1388880"/>
          </a:xfrm>
          <a:prstGeom prst="roundRect">
            <a:avLst>
              <a:gd name="adj" fmla="val 6000"/>
            </a:avLst>
          </a:prstGeom>
          <a:solidFill>
            <a:srgbClr val="f7e0d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01240" rIns="201240" tIns="146160" bIns="146160" anchor="t">
            <a:noAutofit/>
          </a:bodyPr>
          <a:p>
            <a:pPr>
              <a:lnSpc>
                <a:spcPct val="100000"/>
              </a:lnSpc>
              <a:spcAft>
                <a:spcPts val="700"/>
              </a:spcAft>
            </a:pPr>
            <a:r>
              <a:rPr b="1" lang="en-US" sz="1500" spc="-1" strike="noStrike">
                <a:solidFill>
                  <a:srgbClr val="b83232"/>
                </a:solidFill>
                <a:latin typeface="Verdana"/>
                <a:ea typeface="Arial"/>
              </a:rPr>
              <a:t>Indirect translations</a:t>
            </a:r>
            <a:endParaRPr b="0" lang="en-US" sz="1500" spc="-1" strike="noStrike">
              <a:solidFill>
                <a:srgbClr val="000000"/>
              </a:solidFill>
              <a:latin typeface="Arial"/>
            </a:endParaRPr>
          </a:p>
          <a:p>
            <a:pPr>
              <a:lnSpc>
                <a:spcPct val="100000"/>
              </a:lnSpc>
            </a:pPr>
            <a:r>
              <a:rPr b="0" lang="en-US" sz="1250" spc="-1" strike="noStrike">
                <a:solidFill>
                  <a:srgbClr val="262626"/>
                </a:solidFill>
                <a:latin typeface="Verdana"/>
                <a:ea typeface="Arial"/>
              </a:rPr>
              <a:t>Multiple indirect translation of one text is common.</a:t>
            </a:r>
            <a:endParaRPr b="0" lang="en-US" sz="1250" spc="-1" strike="noStrike">
              <a:solidFill>
                <a:srgbClr val="000000"/>
              </a:solidFill>
              <a:latin typeface="Arial"/>
            </a:endParaRPr>
          </a:p>
        </p:txBody>
      </p:sp>
      <p:sp>
        <p:nvSpPr>
          <p:cNvPr id="344" name="Rounded Rectangle 130"/>
          <p:cNvSpPr/>
          <p:nvPr/>
        </p:nvSpPr>
        <p:spPr>
          <a:xfrm>
            <a:off x="567000" y="4197240"/>
            <a:ext cx="3528360" cy="1388880"/>
          </a:xfrm>
          <a:prstGeom prst="roundRect">
            <a:avLst>
              <a:gd name="adj" fmla="val 6000"/>
            </a:avLst>
          </a:prstGeom>
          <a:solidFill>
            <a:srgbClr val="f7e0d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01240" rIns="201240" tIns="146160" bIns="146160" anchor="t">
            <a:noAutofit/>
          </a:bodyPr>
          <a:p>
            <a:pPr>
              <a:lnSpc>
                <a:spcPct val="100000"/>
              </a:lnSpc>
              <a:spcAft>
                <a:spcPts val="700"/>
              </a:spcAft>
            </a:pPr>
            <a:r>
              <a:rPr b="1" lang="en-US" sz="1500" spc="-1" strike="noStrike">
                <a:solidFill>
                  <a:srgbClr val="b83232"/>
                </a:solidFill>
                <a:latin typeface="Verdana"/>
                <a:ea typeface="Arial"/>
              </a:rPr>
              <a:t>Accuracy drift</a:t>
            </a:r>
            <a:endParaRPr b="0" lang="en-US" sz="1500" spc="-1" strike="noStrike">
              <a:solidFill>
                <a:srgbClr val="000000"/>
              </a:solidFill>
              <a:latin typeface="Arial"/>
            </a:endParaRPr>
          </a:p>
          <a:p>
            <a:pPr>
              <a:lnSpc>
                <a:spcPct val="100000"/>
              </a:lnSpc>
            </a:pPr>
            <a:r>
              <a:rPr b="0" lang="en-US" sz="1250" spc="-1" strike="noStrike">
                <a:solidFill>
                  <a:srgbClr val="262626"/>
                </a:solidFill>
                <a:latin typeface="Verdana"/>
                <a:ea typeface="Arial"/>
              </a:rPr>
              <a:t>Every mediating edition adds its own interpretive layer.</a:t>
            </a:r>
            <a:endParaRPr b="0" lang="en-US" sz="1250" spc="-1" strike="noStrike">
              <a:solidFill>
                <a:srgbClr val="000000"/>
              </a:solidFill>
              <a:latin typeface="Arial"/>
            </a:endParaRPr>
          </a:p>
        </p:txBody>
      </p:sp>
      <p:sp>
        <p:nvSpPr>
          <p:cNvPr id="345" name="Rounded Rectangle 131"/>
          <p:cNvSpPr/>
          <p:nvPr/>
        </p:nvSpPr>
        <p:spPr>
          <a:xfrm>
            <a:off x="4407480" y="4197240"/>
            <a:ext cx="3528360" cy="1388880"/>
          </a:xfrm>
          <a:prstGeom prst="roundRect">
            <a:avLst>
              <a:gd name="adj" fmla="val 6000"/>
            </a:avLst>
          </a:prstGeom>
          <a:solidFill>
            <a:srgbClr val="f7e0d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01240" rIns="201240" tIns="146160" bIns="146160" anchor="t">
            <a:noAutofit/>
          </a:bodyPr>
          <a:p>
            <a:pPr>
              <a:lnSpc>
                <a:spcPct val="100000"/>
              </a:lnSpc>
              <a:spcAft>
                <a:spcPts val="700"/>
              </a:spcAft>
            </a:pPr>
            <a:r>
              <a:rPr b="1" lang="en-US" sz="1500" spc="-1" strike="noStrike">
                <a:solidFill>
                  <a:srgbClr val="b83232"/>
                </a:solidFill>
                <a:latin typeface="Verdana"/>
                <a:ea typeface="Arial"/>
              </a:rPr>
              <a:t>No documentary versions</a:t>
            </a:r>
            <a:endParaRPr b="0" lang="en-US" sz="1500" spc="-1" strike="noStrike">
              <a:solidFill>
                <a:srgbClr val="000000"/>
              </a:solidFill>
              <a:latin typeface="Arial"/>
            </a:endParaRPr>
          </a:p>
          <a:p>
            <a:pPr>
              <a:lnSpc>
                <a:spcPct val="100000"/>
              </a:lnSpc>
            </a:pPr>
            <a:r>
              <a:rPr b="0" lang="en-US" sz="1250" spc="-1" strike="noStrike">
                <a:solidFill>
                  <a:srgbClr val="262626"/>
                </a:solidFill>
                <a:latin typeface="Verdana"/>
                <a:ea typeface="Arial"/>
              </a:rPr>
              <a:t>Nothing built for philological or historical citation.</a:t>
            </a:r>
            <a:endParaRPr b="0" lang="en-US" sz="1250" spc="-1" strike="noStrike">
              <a:solidFill>
                <a:srgbClr val="000000"/>
              </a:solidFill>
              <a:latin typeface="Arial"/>
            </a:endParaRPr>
          </a:p>
        </p:txBody>
      </p:sp>
      <p:sp>
        <p:nvSpPr>
          <p:cNvPr id="346" name="Rounded Rectangle 132"/>
          <p:cNvSpPr/>
          <p:nvPr/>
        </p:nvSpPr>
        <p:spPr>
          <a:xfrm>
            <a:off x="8247960" y="4197240"/>
            <a:ext cx="3528360" cy="1388880"/>
          </a:xfrm>
          <a:prstGeom prst="roundRect">
            <a:avLst>
              <a:gd name="adj" fmla="val 6000"/>
            </a:avLst>
          </a:prstGeom>
          <a:solidFill>
            <a:srgbClr val="f7e0d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01240" rIns="201240" tIns="146160" bIns="146160" anchor="t">
            <a:noAutofit/>
          </a:bodyPr>
          <a:p>
            <a:pPr>
              <a:lnSpc>
                <a:spcPct val="100000"/>
              </a:lnSpc>
              <a:spcAft>
                <a:spcPts val="700"/>
              </a:spcAft>
            </a:pPr>
            <a:r>
              <a:rPr b="1" lang="en-US" sz="1500" spc="-1" strike="noStrike">
                <a:solidFill>
                  <a:srgbClr val="b83232"/>
                </a:solidFill>
                <a:latin typeface="Verdana"/>
                <a:ea typeface="Arial"/>
              </a:rPr>
              <a:t>Scarce teaching material</a:t>
            </a:r>
            <a:endParaRPr b="0" lang="en-US" sz="1500" spc="-1" strike="noStrike">
              <a:solidFill>
                <a:srgbClr val="000000"/>
              </a:solidFill>
              <a:latin typeface="Arial"/>
            </a:endParaRPr>
          </a:p>
          <a:p>
            <a:pPr>
              <a:lnSpc>
                <a:spcPct val="100000"/>
              </a:lnSpc>
            </a:pPr>
            <a:r>
              <a:rPr b="0" lang="en-US" sz="1250" spc="-1" strike="noStrike">
                <a:solidFill>
                  <a:srgbClr val="262626"/>
                </a:solidFill>
                <a:latin typeface="Verdana"/>
                <a:ea typeface="Arial"/>
              </a:rPr>
              <a:t>No functional grammar, reader or textbook aimed at Persian speakers.</a:t>
            </a:r>
            <a:endParaRPr b="0" lang="en-US" sz="12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7" name="PlaceHolder 1"/>
          <p:cNvSpPr>
            <a:spLocks noGrp="1"/>
          </p:cNvSpPr>
          <p:nvPr>
            <p:ph/>
          </p:nvPr>
        </p:nvSpPr>
        <p:spPr>
          <a:xfrm>
            <a:off x="605880" y="1432800"/>
            <a:ext cx="10697400" cy="1181160"/>
          </a:xfrm>
          <a:prstGeom prst="rect">
            <a:avLst/>
          </a:prstGeom>
          <a:noFill/>
          <a:ln w="0">
            <a:noFill/>
          </a:ln>
        </p:spPr>
        <p:txBody>
          <a:bodyPr lIns="90000" rIns="90000" tIns="45000" bIns="45000" anchor="t">
            <a:normAutofit/>
          </a:bodyPr>
          <a:p>
            <a:pPr indent="0">
              <a:lnSpc>
                <a:spcPct val="100000"/>
              </a:lnSpc>
              <a:buNone/>
              <a:tabLst>
                <a:tab algn="l" pos="0"/>
              </a:tabLst>
            </a:pPr>
            <a:r>
              <a:rPr b="0" lang="en-US" sz="2300" spc="-1" strike="noStrike">
                <a:solidFill>
                  <a:srgbClr val="000000"/>
                </a:solidFill>
                <a:latin typeface="Arial"/>
                <a:ea typeface="Arial"/>
              </a:rPr>
              <a:t>Cyropaedia — Xenophon’s partly fictional life of Cyrus II</a:t>
            </a:r>
            <a:endParaRPr b="0" lang="en-US" sz="2300" spc="-1" strike="noStrike">
              <a:solidFill>
                <a:srgbClr val="000000"/>
              </a:solidFill>
              <a:latin typeface="Arial"/>
            </a:endParaRPr>
          </a:p>
          <a:p>
            <a:pPr marL="457200" indent="-361800">
              <a:lnSpc>
                <a:spcPct val="100000"/>
              </a:lnSpc>
              <a:buClr>
                <a:srgbClr val="ff5656"/>
              </a:buClr>
              <a:buFont typeface="Verdana"/>
              <a:buChar char="▪"/>
              <a:tabLst>
                <a:tab algn="l" pos="0"/>
              </a:tabLst>
            </a:pPr>
            <a:r>
              <a:rPr b="0" lang="en-US" sz="2300" spc="-1" strike="noStrike">
                <a:solidFill>
                  <a:srgbClr val="000000"/>
                </a:solidFill>
                <a:latin typeface="Arial"/>
                <a:ea typeface="Arial"/>
              </a:rPr>
              <a:t>At least eight indirect translations into Persian — not one from the Greek.</a:t>
            </a:r>
            <a:endParaRPr b="0" lang="en-US" sz="2300" spc="-1" strike="noStrike">
              <a:solidFill>
                <a:srgbClr val="000000"/>
              </a:solidFill>
              <a:latin typeface="Arial"/>
            </a:endParaRPr>
          </a:p>
        </p:txBody>
      </p:sp>
      <p:sp>
        <p:nvSpPr>
          <p:cNvPr id="348" name="PlaceHolder 2"/>
          <p:cNvSpPr>
            <a:spLocks noGrp="1"/>
          </p:cNvSpPr>
          <p:nvPr>
            <p:ph type="sldNum" idx="13"/>
          </p:nvPr>
        </p:nvSpPr>
        <p:spPr>
          <a:xfrm>
            <a:off x="5587920" y="6335280"/>
            <a:ext cx="1015200" cy="2491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000" spc="-1" strike="noStrike">
                <a:solidFill>
                  <a:schemeClr val="dk1"/>
                </a:solidFill>
                <a:latin typeface="Verdana"/>
                <a:ea typeface="Verdana"/>
              </a:defRPr>
            </a:lvl1pPr>
          </a:lstStyle>
          <a:p>
            <a:pPr indent="0" algn="ctr">
              <a:lnSpc>
                <a:spcPct val="100000"/>
              </a:lnSpc>
              <a:buNone/>
              <a:tabLst>
                <a:tab algn="l" pos="0"/>
              </a:tabLst>
            </a:pPr>
            <a:fld id="{067742EE-F8EA-4AD6-9C92-DDF39666DDC6}" type="slidenum">
              <a:rPr b="0" lang="en-US" sz="1000" spc="-1" strike="noStrike">
                <a:solidFill>
                  <a:schemeClr val="dk1"/>
                </a:solidFill>
                <a:latin typeface="Verdana"/>
                <a:ea typeface="Verdana"/>
              </a:rPr>
              <a:t>7</a:t>
            </a:fld>
            <a:endParaRPr b="0" lang="en-US" sz="1000" spc="-1" strike="noStrike">
              <a:solidFill>
                <a:srgbClr val="000000"/>
              </a:solidFill>
              <a:latin typeface="Times New Roman"/>
            </a:endParaRPr>
          </a:p>
        </p:txBody>
      </p:sp>
      <p:sp>
        <p:nvSpPr>
          <p:cNvPr id="349" name="PlaceHolder 3"/>
          <p:cNvSpPr>
            <a:spLocks noGrp="1"/>
          </p:cNvSpPr>
          <p:nvPr>
            <p:ph type="title"/>
          </p:nvPr>
        </p:nvSpPr>
        <p:spPr>
          <a:xfrm>
            <a:off x="-43560" y="265680"/>
            <a:ext cx="10861200" cy="648000"/>
          </a:xfrm>
          <a:prstGeom prst="rect">
            <a:avLst/>
          </a:prstGeom>
          <a:solidFill>
            <a:srgbClr val="000000"/>
          </a:solidFill>
          <a:ln w="0">
            <a:noFill/>
          </a:ln>
        </p:spPr>
        <p:txBody>
          <a:bodyPr lIns="90000" rIns="90000" tIns="45000" bIns="45000" anchor="ctr">
            <a:normAutofit/>
          </a:bodyPr>
          <a:p>
            <a:pPr marL="228600" indent="0">
              <a:lnSpc>
                <a:spcPct val="85000"/>
              </a:lnSpc>
              <a:buNone/>
              <a:tabLst>
                <a:tab algn="l" pos="0"/>
              </a:tabLst>
            </a:pPr>
            <a:r>
              <a:rPr b="1" lang="en-US" sz="3200" spc="-1" strike="noStrike">
                <a:solidFill>
                  <a:schemeClr val="lt1"/>
                </a:solidFill>
                <a:latin typeface="Oswald"/>
                <a:ea typeface="Oswald"/>
              </a:rPr>
              <a:t>Multiple indirect translations of the same text</a:t>
            </a:r>
            <a:endParaRPr b="0" lang="en-US" sz="3200" spc="-1" strike="noStrike">
              <a:solidFill>
                <a:srgbClr val="ffffff"/>
              </a:solidFill>
              <a:latin typeface="Arial"/>
            </a:endParaRPr>
          </a:p>
        </p:txBody>
      </p:sp>
      <p:pic>
        <p:nvPicPr>
          <p:cNvPr id="350" name="Google Shape;135;p21" descr="Cover of the Persian translation «زندگی کوروش / تربیت کوروش», beige with a painted seated Achaemenid king and the Cyrus Cylinder above."/>
          <p:cNvPicPr/>
          <p:nvPr/>
        </p:nvPicPr>
        <p:blipFill>
          <a:blip r:embed="rId1"/>
          <a:stretch/>
        </p:blipFill>
        <p:spPr>
          <a:xfrm>
            <a:off x="6231240" y="2468880"/>
            <a:ext cx="1839960" cy="2670480"/>
          </a:xfrm>
          <a:prstGeom prst="rect">
            <a:avLst/>
          </a:prstGeom>
          <a:ln w="0">
            <a:noFill/>
          </a:ln>
        </p:spPr>
      </p:pic>
      <p:pic>
        <p:nvPicPr>
          <p:cNvPr id="351" name="Google Shape;136;p21" descr="Cover of the Persian translation «سیرت کوروش کبیر», dark brown with an Achaemenid stone relief of an enthroned king."/>
          <p:cNvPicPr/>
          <p:nvPr/>
        </p:nvPicPr>
        <p:blipFill>
          <a:blip r:embed="rId2"/>
          <a:srcRect l="0" t="0" r="0" b="6747"/>
          <a:stretch/>
        </p:blipFill>
        <p:spPr>
          <a:xfrm>
            <a:off x="383040" y="2468880"/>
            <a:ext cx="1931040" cy="2670480"/>
          </a:xfrm>
          <a:prstGeom prst="rect">
            <a:avLst/>
          </a:prstGeom>
          <a:ln w="0">
            <a:noFill/>
          </a:ln>
        </p:spPr>
      </p:pic>
      <p:pic>
        <p:nvPicPr>
          <p:cNvPr id="352" name="Google Shape;137;p21" descr="Cover of the Persian translation «کورش‌نامه», deep purple with a gold photograph of the Cyrus Cylinder."/>
          <p:cNvPicPr/>
          <p:nvPr/>
        </p:nvPicPr>
        <p:blipFill>
          <a:blip r:embed="rId3"/>
          <a:stretch/>
        </p:blipFill>
        <p:spPr>
          <a:xfrm>
            <a:off x="2416680" y="2468880"/>
            <a:ext cx="1822320" cy="2670480"/>
          </a:xfrm>
          <a:prstGeom prst="rect">
            <a:avLst/>
          </a:prstGeom>
          <a:ln w="0">
            <a:noFill/>
          </a:ln>
        </p:spPr>
      </p:pic>
      <p:pic>
        <p:nvPicPr>
          <p:cNvPr id="353" name="Google Shape;138;p21" descr="Cover of the Persian translation «سیرت کوروش کبیر», ochre yellow with a line drawing of the tomb of Cyrus at Pasargadae; fourth printing."/>
          <p:cNvPicPr/>
          <p:nvPr/>
        </p:nvPicPr>
        <p:blipFill>
          <a:blip r:embed="rId4"/>
          <a:stretch/>
        </p:blipFill>
        <p:spPr>
          <a:xfrm>
            <a:off x="4385160" y="2468880"/>
            <a:ext cx="1730880" cy="2670480"/>
          </a:xfrm>
          <a:prstGeom prst="rect">
            <a:avLst/>
          </a:prstGeom>
          <a:ln w="0">
            <a:noFill/>
          </a:ln>
        </p:spPr>
      </p:pic>
      <p:pic>
        <p:nvPicPr>
          <p:cNvPr id="354" name="Google Shape;139;p21" descr="Cover of the Persian translation «تربیت کوروش», black with the title in large red calligraphy."/>
          <p:cNvPicPr/>
          <p:nvPr/>
        </p:nvPicPr>
        <p:blipFill>
          <a:blip r:embed="rId5"/>
          <a:stretch/>
        </p:blipFill>
        <p:spPr>
          <a:xfrm>
            <a:off x="8227440" y="2468880"/>
            <a:ext cx="1761480" cy="2670480"/>
          </a:xfrm>
          <a:prstGeom prst="rect">
            <a:avLst/>
          </a:prstGeom>
          <a:ln w="0">
            <a:noFill/>
          </a:ln>
        </p:spPr>
      </p:pic>
      <p:pic>
        <p:nvPicPr>
          <p:cNvPr id="355" name="Google Shape;140;p21" descr="Cover of the Persian translation «تربیت کوروش», pale blue with a decorative border and a faint city skyline."/>
          <p:cNvPicPr/>
          <p:nvPr/>
        </p:nvPicPr>
        <p:blipFill>
          <a:blip r:embed="rId6"/>
          <a:srcRect l="21265" t="0" r="17687" b="3502"/>
          <a:stretch/>
        </p:blipFill>
        <p:spPr>
          <a:xfrm>
            <a:off x="10144800" y="2468880"/>
            <a:ext cx="1663200" cy="2670480"/>
          </a:xfrm>
          <a:prstGeom prst="rect">
            <a:avLst/>
          </a:prstGeom>
          <a:ln w="0">
            <a:noFill/>
          </a:ln>
        </p:spPr>
      </p:pic>
      <p:sp>
        <p:nvSpPr>
          <p:cNvPr id="356" name="TextBox 141"/>
          <p:cNvSpPr/>
          <p:nvPr/>
        </p:nvSpPr>
        <p:spPr>
          <a:xfrm>
            <a:off x="384120" y="5285160"/>
            <a:ext cx="11428920" cy="167040"/>
          </a:xfrm>
          <a:prstGeom prst="rect">
            <a:avLst/>
          </a:prstGeom>
          <a:noFill/>
          <a:ln w="0">
            <a:noFill/>
          </a:ln>
        </p:spPr>
        <p:style>
          <a:lnRef idx="0"/>
          <a:fillRef idx="0"/>
          <a:effectRef idx="0"/>
          <a:fontRef idx="minor"/>
        </p:style>
        <p:txBody>
          <a:bodyPr lIns="0" rIns="0" tIns="0" bIns="0" anchor="t">
            <a:spAutoFit/>
          </a:bodyPr>
          <a:p>
            <a:pPr>
              <a:lnSpc>
                <a:spcPct val="100000"/>
              </a:lnSpc>
            </a:pPr>
            <a:r>
              <a:rPr b="0" i="1" lang="en-US" sz="1100" spc="-1" strike="noStrike">
                <a:solidFill>
                  <a:srgbClr val="595959"/>
                </a:solidFill>
                <a:latin typeface="Verdana"/>
                <a:ea typeface="Arial"/>
              </a:rPr>
              <a:t>Six of the Persian Cyropaedia translations in print. Each was made from an English or French edition.</a:t>
            </a:r>
            <a:endParaRPr b="0"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7" name="PlaceHolder 1"/>
          <p:cNvSpPr>
            <a:spLocks noGrp="1"/>
          </p:cNvSpPr>
          <p:nvPr>
            <p:ph/>
          </p:nvPr>
        </p:nvSpPr>
        <p:spPr>
          <a:xfrm>
            <a:off x="554760" y="1779840"/>
            <a:ext cx="10263240" cy="4371840"/>
          </a:xfrm>
          <a:prstGeom prst="rect">
            <a:avLst/>
          </a:prstGeom>
          <a:noFill/>
          <a:ln w="0">
            <a:noFill/>
          </a:ln>
        </p:spPr>
        <p:txBody>
          <a:bodyPr lIns="90000" rIns="90000" tIns="45000" bIns="45000" anchor="t">
            <a:normAutofit/>
          </a:bodyPr>
          <a:p>
            <a:pPr indent="0">
              <a:lnSpc>
                <a:spcPct val="100000"/>
              </a:lnSpc>
              <a:spcBef>
                <a:spcPts val="1599"/>
              </a:spcBef>
              <a:buNone/>
              <a:tabLst>
                <a:tab algn="l" pos="0"/>
              </a:tabLst>
            </a:pPr>
            <a:r>
              <a:rPr b="0" lang="en-US" sz="2100" spc="-1" strike="noStrike">
                <a:solidFill>
                  <a:schemeClr val="dk1"/>
                </a:solidFill>
                <a:latin typeface="Verdana"/>
                <a:ea typeface="Verdana"/>
              </a:rPr>
              <a:t>Few languages have abundant resources on Ancient Greek texts</a:t>
            </a:r>
            <a:endParaRPr b="0" lang="en-US" sz="2100" spc="-1" strike="noStrike">
              <a:solidFill>
                <a:srgbClr val="000000"/>
              </a:solidFill>
              <a:latin typeface="Arial"/>
            </a:endParaRPr>
          </a:p>
          <a:p>
            <a:pPr indent="0">
              <a:lnSpc>
                <a:spcPct val="100000"/>
              </a:lnSpc>
              <a:spcBef>
                <a:spcPts val="1599"/>
              </a:spcBef>
              <a:buNone/>
              <a:tabLst>
                <a:tab algn="l" pos="0"/>
              </a:tabLst>
            </a:pPr>
            <a:r>
              <a:rPr b="0" lang="en-US" sz="2100" spc="-1" strike="noStrike">
                <a:solidFill>
                  <a:schemeClr val="dk1"/>
                </a:solidFill>
                <a:latin typeface="Verdana"/>
                <a:ea typeface="Verdana"/>
              </a:rPr>
              <a:t>What does that mean for localization into low-resource languages?</a:t>
            </a:r>
            <a:endParaRPr b="0" lang="en-US" sz="2100" spc="-1" strike="noStrike">
              <a:solidFill>
                <a:srgbClr val="000000"/>
              </a:solidFill>
              <a:latin typeface="Arial"/>
            </a:endParaRPr>
          </a:p>
          <a:p>
            <a:pPr marL="457200" indent="-361800">
              <a:lnSpc>
                <a:spcPct val="100000"/>
              </a:lnSpc>
              <a:spcBef>
                <a:spcPts val="1599"/>
              </a:spcBef>
              <a:buClr>
                <a:srgbClr val="b83232"/>
              </a:buClr>
              <a:buFont typeface="Verdana"/>
              <a:buChar char="▪"/>
              <a:tabLst>
                <a:tab algn="l" pos="0"/>
              </a:tabLst>
            </a:pPr>
            <a:r>
              <a:rPr b="0" lang="en-US" sz="2100" spc="-1" strike="noStrike">
                <a:solidFill>
                  <a:schemeClr val="dk1"/>
                </a:solidFill>
                <a:latin typeface="Verdana"/>
                <a:ea typeface="Verdana"/>
              </a:rPr>
              <a:t>No need to start from ground zero</a:t>
            </a:r>
            <a:endParaRPr b="0" lang="en-US" sz="2100" spc="-1" strike="noStrike">
              <a:solidFill>
                <a:srgbClr val="000000"/>
              </a:solidFill>
              <a:latin typeface="Arial"/>
            </a:endParaRPr>
          </a:p>
          <a:p>
            <a:pPr marL="457200" indent="-361800">
              <a:lnSpc>
                <a:spcPct val="100000"/>
              </a:lnSpc>
              <a:spcBef>
                <a:spcPts val="1599"/>
              </a:spcBef>
              <a:buClr>
                <a:srgbClr val="b83232"/>
              </a:buClr>
              <a:buFont typeface="Verdana"/>
              <a:buChar char="▪"/>
              <a:tabLst>
                <a:tab algn="l" pos="0"/>
              </a:tabLst>
            </a:pPr>
            <a:r>
              <a:rPr b="0" lang="en-US" sz="2100" spc="-1" strike="noStrike">
                <a:solidFill>
                  <a:schemeClr val="dk1"/>
                </a:solidFill>
                <a:latin typeface="Verdana"/>
                <a:ea typeface="Verdana"/>
              </a:rPr>
              <a:t>Removing translation barriers — above all grammar explained through the learner’s first language</a:t>
            </a:r>
            <a:endParaRPr b="0" lang="en-US" sz="2100" spc="-1" strike="noStrike">
              <a:solidFill>
                <a:srgbClr val="000000"/>
              </a:solidFill>
              <a:latin typeface="Arial"/>
            </a:endParaRPr>
          </a:p>
          <a:p>
            <a:pPr marL="457200" indent="-361800">
              <a:lnSpc>
                <a:spcPct val="100000"/>
              </a:lnSpc>
              <a:spcBef>
                <a:spcPts val="1599"/>
              </a:spcBef>
              <a:buClr>
                <a:srgbClr val="b83232"/>
              </a:buClr>
              <a:buFont typeface="Verdana"/>
              <a:buChar char="▪"/>
              <a:tabLst>
                <a:tab algn="l" pos="0"/>
              </a:tabLst>
            </a:pPr>
            <a:r>
              <a:rPr b="0" lang="en-US" sz="2100" spc="-1" strike="noStrike">
                <a:solidFill>
                  <a:schemeClr val="dk1"/>
                </a:solidFill>
                <a:latin typeface="Verdana"/>
                <a:ea typeface="Verdana"/>
              </a:rPr>
              <a:t>Developing localizable pedagogical resources</a:t>
            </a:r>
            <a:endParaRPr b="0" lang="en-US" sz="2100" spc="-1" strike="noStrike">
              <a:solidFill>
                <a:srgbClr val="000000"/>
              </a:solidFill>
              <a:latin typeface="Arial"/>
            </a:endParaRPr>
          </a:p>
          <a:p>
            <a:pPr marL="457200" indent="-361800">
              <a:lnSpc>
                <a:spcPct val="100000"/>
              </a:lnSpc>
              <a:spcBef>
                <a:spcPts val="1599"/>
              </a:spcBef>
              <a:buClr>
                <a:srgbClr val="b83232"/>
              </a:buClr>
              <a:buFont typeface="Verdana"/>
              <a:buChar char="▪"/>
              <a:tabLst>
                <a:tab algn="l" pos="0"/>
              </a:tabLst>
            </a:pPr>
            <a:r>
              <a:rPr b="0" lang="en-US" sz="2100" spc="-1" strike="noStrike">
                <a:solidFill>
                  <a:schemeClr val="dk1"/>
                </a:solidFill>
                <a:latin typeface="Verdana"/>
                <a:ea typeface="Verdana"/>
              </a:rPr>
              <a:t>Digital annotations and tools as teaching materials</a:t>
            </a:r>
            <a:endParaRPr b="0" lang="en-US" sz="2100" spc="-1" strike="noStrike">
              <a:solidFill>
                <a:srgbClr val="000000"/>
              </a:solidFill>
              <a:latin typeface="Arial"/>
            </a:endParaRPr>
          </a:p>
        </p:txBody>
      </p:sp>
      <p:sp>
        <p:nvSpPr>
          <p:cNvPr id="358" name="PlaceHolder 2"/>
          <p:cNvSpPr>
            <a:spLocks noGrp="1"/>
          </p:cNvSpPr>
          <p:nvPr>
            <p:ph type="sldNum" idx="14"/>
          </p:nvPr>
        </p:nvSpPr>
        <p:spPr>
          <a:xfrm>
            <a:off x="5587920" y="6335280"/>
            <a:ext cx="1015200" cy="2491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000" spc="-1" strike="noStrike">
                <a:solidFill>
                  <a:schemeClr val="dk1"/>
                </a:solidFill>
                <a:latin typeface="Verdana"/>
                <a:ea typeface="Verdana"/>
              </a:defRPr>
            </a:lvl1pPr>
          </a:lstStyle>
          <a:p>
            <a:pPr indent="0" algn="ctr">
              <a:lnSpc>
                <a:spcPct val="100000"/>
              </a:lnSpc>
              <a:buNone/>
              <a:tabLst>
                <a:tab algn="l" pos="0"/>
              </a:tabLst>
            </a:pPr>
            <a:fld id="{9831AE0B-9A83-4D4C-8061-030AB70A5AB5}" type="slidenum">
              <a:rPr b="0" lang="en-US" sz="1000" spc="-1" strike="noStrike">
                <a:solidFill>
                  <a:schemeClr val="dk1"/>
                </a:solidFill>
                <a:latin typeface="Verdana"/>
                <a:ea typeface="Verdana"/>
              </a:rPr>
              <a:t>8</a:t>
            </a:fld>
            <a:endParaRPr b="0" lang="en-US" sz="1000" spc="-1" strike="noStrike">
              <a:solidFill>
                <a:srgbClr val="000000"/>
              </a:solidFill>
              <a:latin typeface="Times New Roman"/>
            </a:endParaRPr>
          </a:p>
        </p:txBody>
      </p:sp>
      <p:sp>
        <p:nvSpPr>
          <p:cNvPr id="359" name="PlaceHolder 3"/>
          <p:cNvSpPr>
            <a:spLocks noGrp="1"/>
          </p:cNvSpPr>
          <p:nvPr>
            <p:ph type="title"/>
          </p:nvPr>
        </p:nvSpPr>
        <p:spPr>
          <a:xfrm>
            <a:off x="-43560" y="265680"/>
            <a:ext cx="10861200" cy="648000"/>
          </a:xfrm>
          <a:prstGeom prst="rect">
            <a:avLst/>
          </a:prstGeom>
          <a:solidFill>
            <a:srgbClr val="000000"/>
          </a:solidFill>
          <a:ln w="0">
            <a:noFill/>
          </a:ln>
        </p:spPr>
        <p:txBody>
          <a:bodyPr lIns="90000" rIns="90000" tIns="45000" bIns="45000" anchor="ctr">
            <a:normAutofit/>
          </a:bodyPr>
          <a:p>
            <a:pPr marL="228600" indent="0">
              <a:lnSpc>
                <a:spcPct val="85000"/>
              </a:lnSpc>
              <a:buNone/>
              <a:tabLst>
                <a:tab algn="l" pos="0"/>
              </a:tabLst>
            </a:pPr>
            <a:r>
              <a:rPr b="1" lang="en-US" sz="3200" spc="-1" strike="noStrike">
                <a:solidFill>
                  <a:schemeClr val="lt1"/>
                </a:solidFill>
                <a:latin typeface="Oswald"/>
                <a:ea typeface="Oswald"/>
              </a:rPr>
              <a:t>Project Context &amp; Aims</a:t>
            </a:r>
            <a:endParaRPr b="0" lang="en-US" sz="32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0" name="PlaceHolder 1"/>
          <p:cNvSpPr>
            <a:spLocks noGrp="1"/>
          </p:cNvSpPr>
          <p:nvPr>
            <p:ph type="title"/>
          </p:nvPr>
        </p:nvSpPr>
        <p:spPr>
          <a:xfrm>
            <a:off x="1997280" y="1632960"/>
            <a:ext cx="8386560" cy="1652400"/>
          </a:xfrm>
          <a:prstGeom prst="rect">
            <a:avLst/>
          </a:prstGeom>
          <a:noFill/>
          <a:ln w="0">
            <a:noFill/>
          </a:ln>
        </p:spPr>
        <p:txBody>
          <a:bodyPr lIns="90000" rIns="90000" tIns="45000" bIns="45000" anchor="b">
            <a:normAutofit/>
          </a:bodyPr>
          <a:p>
            <a:pPr indent="0">
              <a:lnSpc>
                <a:spcPct val="85000"/>
              </a:lnSpc>
              <a:buNone/>
              <a:tabLst>
                <a:tab algn="l" pos="0"/>
              </a:tabLst>
            </a:pPr>
            <a:r>
              <a:rPr b="1" lang="en-US" sz="4800" spc="-1" strike="noStrike">
                <a:solidFill>
                  <a:schemeClr val="dk1"/>
                </a:solidFill>
                <a:latin typeface="Oswald"/>
                <a:ea typeface="Oswald"/>
              </a:rPr>
              <a:t>Part 2</a:t>
            </a:r>
            <a:endParaRPr b="0" lang="en-US" sz="4800" spc="-1" strike="noStrike">
              <a:solidFill>
                <a:srgbClr val="000000"/>
              </a:solidFill>
              <a:latin typeface="Arial"/>
            </a:endParaRPr>
          </a:p>
          <a:p>
            <a:pPr indent="0">
              <a:lnSpc>
                <a:spcPct val="85000"/>
              </a:lnSpc>
              <a:buNone/>
              <a:tabLst>
                <a:tab algn="l" pos="0"/>
              </a:tabLst>
            </a:pPr>
            <a:r>
              <a:rPr b="1" lang="en-US" sz="4800" spc="-1" strike="noStrike">
                <a:solidFill>
                  <a:schemeClr val="dk1"/>
                </a:solidFill>
                <a:latin typeface="Oswald"/>
                <a:ea typeface="Oswald"/>
              </a:rPr>
              <a:t>Didaskalos</a:t>
            </a:r>
            <a:endParaRPr b="0" lang="en-US" sz="4800" spc="-1" strike="noStrike">
              <a:solidFill>
                <a:srgbClr val="000000"/>
              </a:solidFill>
              <a:latin typeface="Arial"/>
            </a:endParaRPr>
          </a:p>
        </p:txBody>
      </p:sp>
      <p:sp>
        <p:nvSpPr>
          <p:cNvPr id="361" name="PlaceHolder 2"/>
          <p:cNvSpPr>
            <a:spLocks noGrp="1"/>
          </p:cNvSpPr>
          <p:nvPr>
            <p:ph/>
          </p:nvPr>
        </p:nvSpPr>
        <p:spPr>
          <a:xfrm>
            <a:off x="2122200" y="3286440"/>
            <a:ext cx="8328600" cy="597600"/>
          </a:xfrm>
          <a:prstGeom prst="rect">
            <a:avLst/>
          </a:prstGeom>
          <a:noFill/>
          <a:ln w="0">
            <a:noFill/>
          </a:ln>
        </p:spPr>
        <p:txBody>
          <a:bodyPr lIns="0" rIns="90000" tIns="45000" bIns="45000" anchor="t">
            <a:noAutofit/>
          </a:bodyPr>
          <a:p>
            <a:pPr indent="0">
              <a:lnSpc>
                <a:spcPct val="100000"/>
              </a:lnSpc>
              <a:spcBef>
                <a:spcPts val="799"/>
              </a:spcBef>
              <a:spcAft>
                <a:spcPts val="799"/>
              </a:spcAft>
              <a:buNone/>
              <a:tabLst>
                <a:tab algn="l" pos="0"/>
              </a:tabLst>
            </a:pPr>
            <a:r>
              <a:rPr b="0" lang="en-US" sz="2400" spc="-1" strike="noStrike">
                <a:solidFill>
                  <a:schemeClr val="dk1"/>
                </a:solidFill>
                <a:latin typeface="Verdana"/>
                <a:ea typeface="Verdana"/>
              </a:rPr>
              <a:t>The modular, localizable textbook </a:t>
            </a:r>
            <a:endParaRPr b="0" lang="en-US" sz="2400" spc="-1" strike="noStrike">
              <a:solidFill>
                <a:srgbClr val="000000"/>
              </a:solidFill>
              <a:latin typeface="Arial"/>
            </a:endParaRPr>
          </a:p>
        </p:txBody>
      </p:sp>
      <p:sp>
        <p:nvSpPr>
          <p:cNvPr id="362" name="PlaceHolder 3"/>
          <p:cNvSpPr>
            <a:spLocks noGrp="1"/>
          </p:cNvSpPr>
          <p:nvPr>
            <p:ph type="sldNum" idx="15"/>
          </p:nvPr>
        </p:nvSpPr>
        <p:spPr>
          <a:xfrm>
            <a:off x="5587920" y="6335280"/>
            <a:ext cx="1015200" cy="2491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000" spc="-1" strike="noStrike">
                <a:solidFill>
                  <a:schemeClr val="dk1"/>
                </a:solidFill>
                <a:latin typeface="Verdana"/>
                <a:ea typeface="Verdana"/>
              </a:defRPr>
            </a:lvl1pPr>
          </a:lstStyle>
          <a:p>
            <a:pPr indent="0" algn="ctr">
              <a:lnSpc>
                <a:spcPct val="100000"/>
              </a:lnSpc>
              <a:buNone/>
              <a:tabLst>
                <a:tab algn="l" pos="0"/>
              </a:tabLst>
            </a:pPr>
            <a:r>
              <a:rPr b="0" lang="en-US" sz="1000" spc="-1" strike="noStrike">
                <a:solidFill>
                  <a:schemeClr val="dk1"/>
                </a:solidFill>
                <a:latin typeface="Verdana"/>
                <a:ea typeface="Verdana"/>
              </a:rPr>
              <a:t>PAGE  </a:t>
            </a:r>
            <a:fld id="{84840B91-EDCD-435F-B2FB-0D666B240713}" type="slidenum">
              <a:rPr b="0" lang="en-US" sz="1000" spc="-1" strike="noStrike">
                <a:solidFill>
                  <a:schemeClr val="dk1"/>
                </a:solidFill>
                <a:latin typeface="Verdana"/>
                <a:ea typeface="Verdana"/>
              </a:rPr>
              <a:t>9</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3" name="PlaceHolder 1"/>
          <p:cNvSpPr>
            <a:spLocks noGrp="1"/>
          </p:cNvSpPr>
          <p:nvPr>
            <p:ph type="title"/>
          </p:nvPr>
        </p:nvSpPr>
        <p:spPr>
          <a:xfrm>
            <a:off x="2099520" y="184320"/>
            <a:ext cx="9684000" cy="885960"/>
          </a:xfrm>
          <a:prstGeom prst="rect">
            <a:avLst/>
          </a:prstGeom>
          <a:solidFill>
            <a:srgbClr val="000000"/>
          </a:solidFill>
          <a:ln w="0">
            <a:noFill/>
          </a:ln>
        </p:spPr>
        <p:txBody>
          <a:bodyPr lIns="90000" rIns="90000" tIns="45000" bIns="45000" anchor="ctr">
            <a:normAutofit/>
          </a:bodyPr>
          <a:p>
            <a:pPr marL="228600" indent="0">
              <a:lnSpc>
                <a:spcPct val="85000"/>
              </a:lnSpc>
              <a:buNone/>
              <a:tabLst>
                <a:tab algn="l" pos="0"/>
              </a:tabLst>
            </a:pPr>
            <a:r>
              <a:rPr b="1" lang="en-US" sz="2800" spc="-1" strike="noStrike">
                <a:solidFill>
                  <a:schemeClr val="lt1"/>
                </a:solidFill>
                <a:latin typeface="Oswald"/>
                <a:ea typeface="Oswald"/>
              </a:rPr>
              <a:t>Didaskalos: a textbook generated from the texts you choose</a:t>
            </a:r>
            <a:endParaRPr b="0" lang="en-US" sz="2800" spc="-1" strike="noStrike">
              <a:solidFill>
                <a:srgbClr val="ffffff"/>
              </a:solidFill>
              <a:latin typeface="Arial"/>
            </a:endParaRPr>
          </a:p>
        </p:txBody>
      </p:sp>
      <p:sp>
        <p:nvSpPr>
          <p:cNvPr id="364" name="PlaceHolder 2"/>
          <p:cNvSpPr>
            <a:spLocks noGrp="1"/>
          </p:cNvSpPr>
          <p:nvPr>
            <p:ph/>
          </p:nvPr>
        </p:nvSpPr>
        <p:spPr>
          <a:xfrm>
            <a:off x="2050920" y="1510920"/>
            <a:ext cx="9624240" cy="4944600"/>
          </a:xfrm>
          <a:prstGeom prst="rect">
            <a:avLst/>
          </a:prstGeom>
          <a:noFill/>
          <a:ln w="0">
            <a:noFill/>
          </a:ln>
        </p:spPr>
        <p:txBody>
          <a:bodyPr lIns="0" rIns="0" tIns="0" bIns="0" anchor="t">
            <a:normAutofit/>
          </a:bodyPr>
          <a:p>
            <a:pPr indent="0">
              <a:lnSpc>
                <a:spcPct val="100000"/>
              </a:lnSpc>
              <a:spcBef>
                <a:spcPts val="1001"/>
              </a:spcBef>
              <a:buNone/>
              <a:tabLst>
                <a:tab algn="l" pos="0"/>
              </a:tabLst>
            </a:pPr>
            <a:r>
              <a:rPr b="0" lang="en-US" sz="1900" spc="-1" strike="noStrike">
                <a:solidFill>
                  <a:schemeClr val="dk1"/>
                </a:solidFill>
                <a:latin typeface="Verdana"/>
                <a:ea typeface="Verdana"/>
              </a:rPr>
              <a:t>Didaskalos (</a:t>
            </a:r>
            <a:r>
              <a:rPr b="0" lang="en-US" sz="1900" spc="-1" strike="noStrike">
                <a:solidFill>
                  <a:schemeClr val="dk1"/>
                </a:solidFill>
                <a:latin typeface="Arial"/>
                <a:ea typeface="Arial"/>
              </a:rPr>
              <a:t>διδάσκαλος</a:t>
            </a:r>
            <a:r>
              <a:rPr b="0" lang="en-US" sz="1900" spc="-1" strike="noStrike">
                <a:solidFill>
                  <a:schemeClr val="dk1"/>
                </a:solidFill>
                <a:latin typeface="Verdana"/>
                <a:ea typeface="Verdana"/>
              </a:rPr>
              <a:t>, ‘teacher’) is an open-source pipeline that builds a personalized Ancient Greek textbook from whatever treebank corpus a user selects.</a:t>
            </a:r>
            <a:endParaRPr b="0" lang="en-US" sz="1900" spc="-1" strike="noStrike">
              <a:solidFill>
                <a:srgbClr val="000000"/>
              </a:solidFill>
              <a:latin typeface="Arial"/>
            </a:endParaRPr>
          </a:p>
          <a:p>
            <a:pPr marL="457200" indent="-368280">
              <a:lnSpc>
                <a:spcPct val="100000"/>
              </a:lnSpc>
              <a:spcBef>
                <a:spcPts val="1001"/>
              </a:spcBef>
              <a:buClr>
                <a:srgbClr val="b83232"/>
              </a:buClr>
              <a:buFont typeface="Verdana"/>
              <a:buChar char="▪"/>
              <a:tabLst>
                <a:tab algn="l" pos="0"/>
              </a:tabLst>
            </a:pPr>
            <a:r>
              <a:rPr b="0" lang="en-US" sz="1900" spc="-1" strike="noStrike">
                <a:solidFill>
                  <a:schemeClr val="dk1"/>
                </a:solidFill>
                <a:latin typeface="Verdana"/>
                <a:ea typeface="Verdana"/>
              </a:rPr>
              <a:t>85 works by 25 authors and collections built in — or upload your own treebanks.</a:t>
            </a:r>
            <a:endParaRPr b="0" lang="en-US" sz="1900" spc="-1" strike="noStrike">
              <a:solidFill>
                <a:srgbClr val="000000"/>
              </a:solidFill>
              <a:latin typeface="Arial"/>
            </a:endParaRPr>
          </a:p>
          <a:p>
            <a:pPr marL="457200" indent="-368280">
              <a:lnSpc>
                <a:spcPct val="100000"/>
              </a:lnSpc>
              <a:spcBef>
                <a:spcPts val="1001"/>
              </a:spcBef>
              <a:buClr>
                <a:srgbClr val="b83232"/>
              </a:buClr>
              <a:buFont typeface="Verdana"/>
              <a:buChar char="▪"/>
              <a:tabLst>
                <a:tab algn="l" pos="0"/>
              </a:tabLst>
            </a:pPr>
            <a:r>
              <a:rPr b="0" lang="en-US" sz="1900" spc="-1" strike="noStrike">
                <a:solidFill>
                  <a:schemeClr val="dk1"/>
                </a:solidFill>
                <a:latin typeface="Verdana"/>
                <a:ea typeface="Verdana"/>
              </a:rPr>
              <a:t>Every Greek sentence is an authentic sentence from that corpus. </a:t>
            </a:r>
            <a:endParaRPr b="0" lang="en-US" sz="1900" spc="-1" strike="noStrike">
              <a:solidFill>
                <a:srgbClr val="000000"/>
              </a:solidFill>
              <a:latin typeface="Arial"/>
            </a:endParaRPr>
          </a:p>
          <a:p>
            <a:pPr marL="457200" indent="-368280">
              <a:lnSpc>
                <a:spcPct val="100000"/>
              </a:lnSpc>
              <a:spcBef>
                <a:spcPts val="1001"/>
              </a:spcBef>
              <a:buClr>
                <a:srgbClr val="b83232"/>
              </a:buClr>
              <a:buFont typeface="Verdana"/>
              <a:buChar char="▪"/>
              <a:tabLst>
                <a:tab algn="l" pos="0"/>
              </a:tabLst>
            </a:pPr>
            <a:r>
              <a:rPr b="0" lang="en-US" sz="1900" spc="-1" strike="noStrike">
                <a:solidFill>
                  <a:schemeClr val="dk1"/>
                </a:solidFill>
                <a:latin typeface="Verdana"/>
                <a:ea typeface="Verdana"/>
              </a:rPr>
              <a:t>Grammar topics are ordered by what the corpus actually uses, not by a fixed curriculum. </a:t>
            </a:r>
            <a:endParaRPr b="0" lang="en-US" sz="1900" spc="-1" strike="noStrike">
              <a:solidFill>
                <a:srgbClr val="000000"/>
              </a:solidFill>
              <a:latin typeface="Arial"/>
            </a:endParaRPr>
          </a:p>
          <a:p>
            <a:pPr marL="457200" indent="-368280">
              <a:lnSpc>
                <a:spcPct val="100000"/>
              </a:lnSpc>
              <a:spcBef>
                <a:spcPts val="1001"/>
              </a:spcBef>
              <a:buClr>
                <a:srgbClr val="b83232"/>
              </a:buClr>
              <a:buFont typeface="Verdana"/>
              <a:buChar char="▪"/>
              <a:tabLst>
                <a:tab algn="l" pos="0"/>
              </a:tabLst>
            </a:pPr>
            <a:r>
              <a:rPr b="0" lang="en-US" sz="1900" spc="-1" strike="noStrike">
                <a:solidFill>
                  <a:schemeClr val="dk1"/>
                </a:solidFill>
                <a:latin typeface="Verdana"/>
                <a:ea typeface="Verdana"/>
              </a:rPr>
              <a:t>Free and browser-based, nothing to install. Markdown or HTML output.</a:t>
            </a:r>
            <a:endParaRPr b="0" lang="en-US" sz="1900" spc="-1" strike="noStrike">
              <a:solidFill>
                <a:srgbClr val="000000"/>
              </a:solidFill>
              <a:latin typeface="Arial"/>
            </a:endParaRPr>
          </a:p>
          <a:p>
            <a:pPr marL="457200" indent="-368280">
              <a:lnSpc>
                <a:spcPct val="100000"/>
              </a:lnSpc>
              <a:spcBef>
                <a:spcPts val="1001"/>
              </a:spcBef>
              <a:spcAft>
                <a:spcPts val="1001"/>
              </a:spcAft>
              <a:buClr>
                <a:srgbClr val="b83232"/>
              </a:buClr>
              <a:buFont typeface="Verdana"/>
              <a:buChar char="▪"/>
              <a:tabLst>
                <a:tab algn="l" pos="0"/>
              </a:tabLst>
            </a:pPr>
            <a:r>
              <a:rPr b="0" lang="en-US" sz="1900" spc="-1" strike="noStrike">
                <a:solidFill>
                  <a:schemeClr val="dk1"/>
                </a:solidFill>
                <a:latin typeface="Verdana"/>
                <a:ea typeface="Verdana"/>
              </a:rPr>
              <a:t>Each generated textbook carries a colophon naming every source corpus, its licence and URL (the project itself is CC BY-NC-SA 4.0).</a:t>
            </a:r>
            <a:endParaRPr b="0" lang="en-US" sz="1900" spc="-1" strike="noStrike">
              <a:solidFill>
                <a:srgbClr val="000000"/>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5" name="PlaceHolder 1"/>
          <p:cNvSpPr>
            <a:spLocks noGrp="1"/>
          </p:cNvSpPr>
          <p:nvPr>
            <p:ph type="title"/>
          </p:nvPr>
        </p:nvSpPr>
        <p:spPr>
          <a:xfrm>
            <a:off x="-43560" y="265680"/>
            <a:ext cx="7084800" cy="648000"/>
          </a:xfrm>
          <a:prstGeom prst="rect">
            <a:avLst/>
          </a:prstGeom>
          <a:solidFill>
            <a:srgbClr val="000000"/>
          </a:solidFill>
          <a:ln w="0">
            <a:noFill/>
          </a:ln>
        </p:spPr>
        <p:txBody>
          <a:bodyPr lIns="90000" rIns="90000" tIns="45000" bIns="45000" anchor="ctr">
            <a:normAutofit fontScale="82000"/>
          </a:bodyPr>
          <a:p>
            <a:pPr indent="0">
              <a:lnSpc>
                <a:spcPct val="85000"/>
              </a:lnSpc>
              <a:buNone/>
              <a:tabLst>
                <a:tab algn="l" pos="0"/>
              </a:tabLst>
            </a:pPr>
            <a:r>
              <a:rPr b="1" lang="en-US" sz="3200" spc="-1" strike="noStrike">
                <a:solidFill>
                  <a:schemeClr val="lt1"/>
                </a:solidFill>
                <a:latin typeface="Oswald"/>
                <a:ea typeface="Oswald"/>
              </a:rPr>
              <a:t>The Python app on Google Cloud Run</a:t>
            </a:r>
            <a:endParaRPr b="0" lang="en-US" sz="3200" spc="-1" strike="noStrike">
              <a:solidFill>
                <a:srgbClr val="ffffff"/>
              </a:solidFill>
              <a:latin typeface="Arial"/>
            </a:endParaRPr>
          </a:p>
        </p:txBody>
      </p:sp>
      <p:pic>
        <p:nvPicPr>
          <p:cNvPr id="366" name="Google Shape;170;p25" descr="Screenshot of the Didaskalos web app in English. A left sidebar holds a language selector, a choice between using GitHub treebank URLs or uploading files, a lesson-count stepper, and a choice of textbook type (declension-based or case-based). The main panel is headed 'Didaskalos: Frequency-Based Greek Grammar Textbook Builder' and explains that the app parses treebanks, extracts grammatical features, ranks them by frequency and generates lessons around the structures that occur most often. A photograph of a marble Greek philosopher holding a smartphone sits at the right."/>
          <p:cNvPicPr/>
          <p:nvPr/>
        </p:nvPicPr>
        <p:blipFill>
          <a:blip r:embed="rId1"/>
          <a:srcRect l="0" t="8308" r="2228" b="0"/>
          <a:stretch/>
        </p:blipFill>
        <p:spPr>
          <a:xfrm>
            <a:off x="914400" y="1086480"/>
            <a:ext cx="10072440" cy="5085000"/>
          </a:xfrm>
          <a:prstGeom prst="rect">
            <a:avLst/>
          </a:prstGeom>
          <a:ln w="0">
            <a:noFill/>
          </a:ln>
        </p:spPr>
      </p:pic>
      <p:sp>
        <p:nvSpPr>
          <p:cNvPr id="367" name="TextBox 171"/>
          <p:cNvSpPr/>
          <p:nvPr/>
        </p:nvSpPr>
        <p:spPr>
          <a:xfrm>
            <a:off x="978480" y="6254640"/>
            <a:ext cx="10075680" cy="167040"/>
          </a:xfrm>
          <a:prstGeom prst="rect">
            <a:avLst/>
          </a:prstGeom>
          <a:noFill/>
          <a:ln w="0">
            <a:noFill/>
          </a:ln>
        </p:spPr>
        <p:style>
          <a:lnRef idx="0"/>
          <a:fillRef idx="0"/>
          <a:effectRef idx="0"/>
          <a:fontRef idx="minor"/>
        </p:style>
        <p:txBody>
          <a:bodyPr lIns="0" rIns="0" tIns="0" bIns="0" anchor="t">
            <a:spAutoFit/>
          </a:bodyPr>
          <a:p>
            <a:pPr>
              <a:lnSpc>
                <a:spcPct val="100000"/>
              </a:lnSpc>
            </a:pPr>
            <a:r>
              <a:rPr b="0" i="1" lang="en-US" sz="1100" spc="-1" strike="noStrike">
                <a:solidFill>
                  <a:srgbClr val="595959"/>
                </a:solidFill>
                <a:latin typeface="Verdana"/>
                <a:ea typeface="Arial"/>
              </a:rPr>
              <a:t>The English interface. Pick a corpus, a lesson count and a textbook type; the build runs server-side and returns a downloadable book.</a:t>
            </a:r>
            <a:endParaRPr b="0"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8" name="PlaceHolder 1"/>
          <p:cNvSpPr>
            <a:spLocks noGrp="1"/>
          </p:cNvSpPr>
          <p:nvPr>
            <p:ph type="title"/>
          </p:nvPr>
        </p:nvSpPr>
        <p:spPr>
          <a:xfrm>
            <a:off x="-43560" y="265680"/>
            <a:ext cx="10307880" cy="648000"/>
          </a:xfrm>
          <a:prstGeom prst="rect">
            <a:avLst/>
          </a:prstGeom>
          <a:solidFill>
            <a:srgbClr val="000000"/>
          </a:solidFill>
          <a:ln w="0">
            <a:noFill/>
          </a:ln>
        </p:spPr>
        <p:txBody>
          <a:bodyPr lIns="274320" rIns="90000" tIns="45000" bIns="45000" anchor="ctr">
            <a:normAutofit/>
          </a:bodyPr>
          <a:p>
            <a:pPr indent="0">
              <a:lnSpc>
                <a:spcPct val="85000"/>
              </a:lnSpc>
              <a:buNone/>
              <a:tabLst>
                <a:tab algn="l" pos="0"/>
              </a:tabLst>
            </a:pPr>
            <a:r>
              <a:rPr b="1" lang="en-US" sz="3200" spc="-1" strike="noStrike">
                <a:solidFill>
                  <a:schemeClr val="lt1"/>
                </a:solidFill>
                <a:latin typeface="Oswald"/>
                <a:ea typeface="Oswald"/>
              </a:rPr>
              <a:t>Three choices, one book</a:t>
            </a:r>
            <a:endParaRPr b="0" lang="en-US" sz="3200" spc="-1" strike="noStrike">
              <a:solidFill>
                <a:srgbClr val="ffffff"/>
              </a:solidFill>
              <a:latin typeface="Arial"/>
            </a:endParaRPr>
          </a:p>
        </p:txBody>
      </p:sp>
      <p:sp>
        <p:nvSpPr>
          <p:cNvPr id="369" name="PlaceHolder 2"/>
          <p:cNvSpPr>
            <a:spLocks noGrp="1"/>
          </p:cNvSpPr>
          <p:nvPr>
            <p:ph type="sldNum" idx="16"/>
          </p:nvPr>
        </p:nvSpPr>
        <p:spPr>
          <a:xfrm>
            <a:off x="5587920" y="6335280"/>
            <a:ext cx="1014840" cy="2491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000" spc="-1" strike="noStrike">
                <a:solidFill>
                  <a:schemeClr val="dk1"/>
                </a:solidFill>
                <a:latin typeface="Verdana"/>
                <a:ea typeface="Verdana"/>
              </a:defRPr>
            </a:lvl1pPr>
          </a:lstStyle>
          <a:p>
            <a:pPr indent="0" algn="ctr">
              <a:lnSpc>
                <a:spcPct val="100000"/>
              </a:lnSpc>
              <a:buNone/>
              <a:tabLst>
                <a:tab algn="l" pos="0"/>
              </a:tabLst>
            </a:pPr>
            <a:fld id="{5F5A9BB8-E1AC-4C2D-BF71-C07BFA82B276}" type="slidenum">
              <a:rPr b="0" lang="en-US" sz="1000" spc="-1" strike="noStrike">
                <a:solidFill>
                  <a:schemeClr val="dk1"/>
                </a:solidFill>
                <a:latin typeface="Verdana"/>
                <a:ea typeface="Verdana"/>
              </a:rPr>
              <a:t>12</a:t>
            </a:fld>
            <a:endParaRPr b="0" lang="en-US" sz="1000" spc="-1" strike="noStrike">
              <a:solidFill>
                <a:srgbClr val="000000"/>
              </a:solidFill>
              <a:latin typeface="Times New Roman"/>
            </a:endParaRPr>
          </a:p>
        </p:txBody>
      </p:sp>
      <p:grpSp>
        <p:nvGrpSpPr>
          <p:cNvPr id="370" name="Three choices diagram"/>
          <p:cNvGrpSpPr/>
          <p:nvPr/>
        </p:nvGrpSpPr>
        <p:grpSpPr>
          <a:xfrm>
            <a:off x="756000" y="1456920"/>
            <a:ext cx="10495800" cy="4575240"/>
            <a:chOff x="756000" y="1456920"/>
            <a:chExt cx="10495800" cy="4575240"/>
          </a:xfrm>
        </p:grpSpPr>
        <p:grpSp>
          <p:nvGrpSpPr>
            <p:cNvPr id="371" name="Google Shape;177;p26"/>
            <p:cNvGrpSpPr/>
            <p:nvPr/>
          </p:nvGrpSpPr>
          <p:grpSpPr>
            <a:xfrm>
              <a:off x="756000" y="1456920"/>
              <a:ext cx="4136400" cy="1188000"/>
              <a:chOff x="756000" y="1456920"/>
              <a:chExt cx="4136400" cy="1188000"/>
            </a:xfrm>
          </p:grpSpPr>
          <p:sp>
            <p:nvSpPr>
              <p:cNvPr id="372" name="Google Shape;178;p26"/>
              <p:cNvSpPr/>
              <p:nvPr/>
            </p:nvSpPr>
            <p:spPr>
              <a:xfrm>
                <a:off x="756000" y="1827360"/>
                <a:ext cx="4136400" cy="817560"/>
              </a:xfrm>
              <a:prstGeom prst="rect">
                <a:avLst/>
              </a:prstGeom>
              <a:solidFill>
                <a:schemeClr val="accent5"/>
              </a:solidFill>
              <a:ln w="0">
                <a:noFill/>
              </a:ln>
            </p:spPr>
            <p:style>
              <a:lnRef idx="0"/>
              <a:fillRef idx="0"/>
              <a:effectRef idx="0"/>
              <a:fontRef idx="minor"/>
            </p:style>
            <p:txBody>
              <a:bodyPr lIns="167760" rIns="167760" tIns="167760" bIns="167760" anchor="t">
                <a:noAutofit/>
              </a:bodyPr>
              <a:p>
                <a:pPr>
                  <a:lnSpc>
                    <a:spcPct val="100000"/>
                  </a:lnSpc>
                  <a:tabLst>
                    <a:tab algn="l" pos="0"/>
                  </a:tabLst>
                </a:pPr>
                <a:r>
                  <a:rPr b="0" lang="en-US" sz="1790" spc="-1" strike="noStrike">
                    <a:solidFill>
                      <a:schemeClr val="dk1"/>
                    </a:solidFill>
                    <a:latin typeface="Verdana"/>
                    <a:ea typeface="Verdana"/>
                  </a:rPr>
                  <a:t>from the 85 built-in works, or upload your own treebanks</a:t>
                </a:r>
                <a:endParaRPr b="0" lang="en-US" sz="1790" spc="-1" strike="noStrike">
                  <a:solidFill>
                    <a:srgbClr val="000000"/>
                  </a:solidFill>
                  <a:latin typeface="Arial"/>
                </a:endParaRPr>
              </a:p>
            </p:txBody>
          </p:sp>
          <p:sp>
            <p:nvSpPr>
              <p:cNvPr id="373" name="Google Shape;179;p26"/>
              <p:cNvSpPr/>
              <p:nvPr/>
            </p:nvSpPr>
            <p:spPr>
              <a:xfrm>
                <a:off x="756000" y="1456920"/>
                <a:ext cx="4136400" cy="369360"/>
              </a:xfrm>
              <a:prstGeom prst="round1Rect">
                <a:avLst>
                  <a:gd name="adj" fmla="val 50000"/>
                </a:avLst>
              </a:prstGeom>
              <a:solidFill>
                <a:schemeClr val="accent1"/>
              </a:solidFill>
              <a:ln w="0">
                <a:noFill/>
              </a:ln>
            </p:spPr>
            <p:style>
              <a:lnRef idx="0"/>
              <a:fillRef idx="0"/>
              <a:effectRef idx="0"/>
              <a:fontRef idx="minor"/>
            </p:style>
            <p:txBody>
              <a:bodyPr lIns="167760" rIns="167760" tIns="167760" bIns="167760" anchor="ctr">
                <a:noAutofit/>
              </a:bodyPr>
              <a:p>
                <a:pPr>
                  <a:lnSpc>
                    <a:spcPct val="100000"/>
                  </a:lnSpc>
                  <a:tabLst>
                    <a:tab algn="l" pos="0"/>
                  </a:tabLst>
                </a:pPr>
                <a:r>
                  <a:rPr b="1" lang="en-US" sz="2060" spc="-1" strike="noStrike">
                    <a:solidFill>
                      <a:srgbClr val="ffffff"/>
                    </a:solidFill>
                    <a:latin typeface="Verdana"/>
                    <a:ea typeface="Verdana"/>
                  </a:rPr>
                  <a:t>Choose your text</a:t>
                </a:r>
                <a:endParaRPr b="0" lang="en-US" sz="2060" spc="-1" strike="noStrike">
                  <a:solidFill>
                    <a:srgbClr val="000000"/>
                  </a:solidFill>
                  <a:latin typeface="Arial"/>
                </a:endParaRPr>
              </a:p>
            </p:txBody>
          </p:sp>
        </p:grpSp>
        <p:grpSp>
          <p:nvGrpSpPr>
            <p:cNvPr id="374" name="Google Shape;180;p26"/>
            <p:cNvGrpSpPr/>
            <p:nvPr/>
          </p:nvGrpSpPr>
          <p:grpSpPr>
            <a:xfrm>
              <a:off x="756000" y="4844160"/>
              <a:ext cx="4136400" cy="1188000"/>
              <a:chOff x="756000" y="4844160"/>
              <a:chExt cx="4136400" cy="1188000"/>
            </a:xfrm>
          </p:grpSpPr>
          <p:sp>
            <p:nvSpPr>
              <p:cNvPr id="375" name="Google Shape;181;p26"/>
              <p:cNvSpPr/>
              <p:nvPr/>
            </p:nvSpPr>
            <p:spPr>
              <a:xfrm>
                <a:off x="756000" y="5214600"/>
                <a:ext cx="4136400" cy="817560"/>
              </a:xfrm>
              <a:prstGeom prst="rect">
                <a:avLst/>
              </a:prstGeom>
              <a:solidFill>
                <a:schemeClr val="accent5"/>
              </a:solidFill>
              <a:ln w="0">
                <a:noFill/>
              </a:ln>
            </p:spPr>
            <p:style>
              <a:lnRef idx="0"/>
              <a:fillRef idx="0"/>
              <a:effectRef idx="0"/>
              <a:fontRef idx="minor"/>
            </p:style>
            <p:txBody>
              <a:bodyPr lIns="167400" rIns="167400" tIns="167400" bIns="167400" anchor="t">
                <a:noAutofit/>
              </a:bodyPr>
              <a:p>
                <a:pPr>
                  <a:lnSpc>
                    <a:spcPct val="100000"/>
                  </a:lnSpc>
                  <a:tabLst>
                    <a:tab algn="l" pos="0"/>
                  </a:tabLst>
                </a:pPr>
                <a:r>
                  <a:rPr b="0" lang="en-US" sz="1790" spc="-1" strike="noStrike">
                    <a:solidFill>
                      <a:schemeClr val="dk1"/>
                    </a:solidFill>
                    <a:latin typeface="Verdana"/>
                    <a:ea typeface="Verdana"/>
                  </a:rPr>
                  <a:t>default is 40; 157 lesson modules are available</a:t>
                </a:r>
                <a:endParaRPr b="0" lang="en-US" sz="1790" spc="-1" strike="noStrike">
                  <a:solidFill>
                    <a:srgbClr val="000000"/>
                  </a:solidFill>
                  <a:latin typeface="Arial"/>
                </a:endParaRPr>
              </a:p>
              <a:p>
                <a:pPr>
                  <a:lnSpc>
                    <a:spcPct val="100000"/>
                  </a:lnSpc>
                  <a:tabLst>
                    <a:tab algn="l" pos="0"/>
                  </a:tabLst>
                </a:pPr>
                <a:endParaRPr b="0" lang="en-US" sz="1790" spc="-1" strike="noStrike">
                  <a:solidFill>
                    <a:srgbClr val="000000"/>
                  </a:solidFill>
                  <a:latin typeface="Arial"/>
                </a:endParaRPr>
              </a:p>
            </p:txBody>
          </p:sp>
          <p:sp>
            <p:nvSpPr>
              <p:cNvPr id="376" name="Google Shape;182;p26"/>
              <p:cNvSpPr/>
              <p:nvPr/>
            </p:nvSpPr>
            <p:spPr>
              <a:xfrm>
                <a:off x="756000" y="4844160"/>
                <a:ext cx="4136400" cy="369360"/>
              </a:xfrm>
              <a:prstGeom prst="round1Rect">
                <a:avLst>
                  <a:gd name="adj" fmla="val 50000"/>
                </a:avLst>
              </a:prstGeom>
              <a:solidFill>
                <a:schemeClr val="accent1"/>
              </a:solidFill>
              <a:ln w="0">
                <a:noFill/>
              </a:ln>
            </p:spPr>
            <p:style>
              <a:lnRef idx="0"/>
              <a:fillRef idx="0"/>
              <a:effectRef idx="0"/>
              <a:fontRef idx="minor"/>
            </p:style>
            <p:txBody>
              <a:bodyPr lIns="167400" rIns="167400" tIns="167400" bIns="167400" anchor="ctr">
                <a:noAutofit/>
              </a:bodyPr>
              <a:p>
                <a:pPr>
                  <a:lnSpc>
                    <a:spcPct val="100000"/>
                  </a:lnSpc>
                  <a:tabLst>
                    <a:tab algn="l" pos="0"/>
                  </a:tabLst>
                </a:pPr>
                <a:r>
                  <a:rPr b="1" lang="en-US" sz="1920" spc="-1" strike="noStrike">
                    <a:solidFill>
                      <a:schemeClr val="lt1"/>
                    </a:solidFill>
                    <a:latin typeface="Verdana"/>
                    <a:ea typeface="Verdana"/>
                  </a:rPr>
                  <a:t>Choose number of lessons</a:t>
                </a:r>
                <a:endParaRPr b="0" lang="en-US" sz="1920" spc="-1" strike="noStrike">
                  <a:solidFill>
                    <a:srgbClr val="000000"/>
                  </a:solidFill>
                  <a:latin typeface="Arial"/>
                </a:endParaRPr>
              </a:p>
            </p:txBody>
          </p:sp>
        </p:grpSp>
        <p:grpSp>
          <p:nvGrpSpPr>
            <p:cNvPr id="377" name="Google Shape;183;p26"/>
            <p:cNvGrpSpPr/>
            <p:nvPr/>
          </p:nvGrpSpPr>
          <p:grpSpPr>
            <a:xfrm>
              <a:off x="756000" y="3150360"/>
              <a:ext cx="4136400" cy="1188360"/>
              <a:chOff x="756000" y="3150360"/>
              <a:chExt cx="4136400" cy="1188360"/>
            </a:xfrm>
          </p:grpSpPr>
          <p:sp>
            <p:nvSpPr>
              <p:cNvPr id="378" name="Google Shape;184;p26"/>
              <p:cNvSpPr/>
              <p:nvPr/>
            </p:nvSpPr>
            <p:spPr>
              <a:xfrm>
                <a:off x="756000" y="3521160"/>
                <a:ext cx="4136400" cy="817560"/>
              </a:xfrm>
              <a:prstGeom prst="rect">
                <a:avLst/>
              </a:prstGeom>
              <a:solidFill>
                <a:schemeClr val="accent5"/>
              </a:solidFill>
              <a:ln w="0">
                <a:noFill/>
              </a:ln>
            </p:spPr>
            <p:style>
              <a:lnRef idx="0"/>
              <a:fillRef idx="0"/>
              <a:effectRef idx="0"/>
              <a:fontRef idx="minor"/>
            </p:style>
            <p:txBody>
              <a:bodyPr lIns="167400" rIns="167400" tIns="167400" bIns="167400" anchor="t">
                <a:noAutofit/>
              </a:bodyPr>
              <a:p>
                <a:pPr>
                  <a:lnSpc>
                    <a:spcPct val="100000"/>
                  </a:lnSpc>
                  <a:tabLst>
                    <a:tab algn="l" pos="0"/>
                  </a:tabLst>
                </a:pPr>
                <a:r>
                  <a:rPr b="0" lang="en-US" sz="1790" spc="-1" strike="noStrike">
                    <a:solidFill>
                      <a:schemeClr val="dk1"/>
                    </a:solidFill>
                    <a:latin typeface="Verdana"/>
                    <a:ea typeface="Verdana"/>
                  </a:rPr>
                  <a:t>based on how noun declensions are explained</a:t>
                </a:r>
                <a:endParaRPr b="0" lang="en-US" sz="1790" spc="-1" strike="noStrike">
                  <a:solidFill>
                    <a:srgbClr val="000000"/>
                  </a:solidFill>
                  <a:latin typeface="Arial"/>
                </a:endParaRPr>
              </a:p>
            </p:txBody>
          </p:sp>
          <p:sp>
            <p:nvSpPr>
              <p:cNvPr id="379" name="Google Shape;185;p26"/>
              <p:cNvSpPr/>
              <p:nvPr/>
            </p:nvSpPr>
            <p:spPr>
              <a:xfrm>
                <a:off x="756000" y="3150360"/>
                <a:ext cx="4136400" cy="369360"/>
              </a:xfrm>
              <a:prstGeom prst="round1Rect">
                <a:avLst>
                  <a:gd name="adj" fmla="val 50000"/>
                </a:avLst>
              </a:prstGeom>
              <a:solidFill>
                <a:schemeClr val="accent1"/>
              </a:solidFill>
              <a:ln w="0">
                <a:noFill/>
              </a:ln>
            </p:spPr>
            <p:style>
              <a:lnRef idx="0"/>
              <a:fillRef idx="0"/>
              <a:effectRef idx="0"/>
              <a:fontRef idx="minor"/>
            </p:style>
            <p:txBody>
              <a:bodyPr lIns="167400" rIns="167400" tIns="167400" bIns="167400" anchor="ctr">
                <a:noAutofit/>
              </a:bodyPr>
              <a:p>
                <a:pPr>
                  <a:lnSpc>
                    <a:spcPct val="100000"/>
                  </a:lnSpc>
                  <a:tabLst>
                    <a:tab algn="l" pos="0"/>
                  </a:tabLst>
                </a:pPr>
                <a:r>
                  <a:rPr b="1" lang="en-US" sz="1920" spc="-1" strike="noStrike">
                    <a:solidFill>
                      <a:srgbClr val="ffffff"/>
                    </a:solidFill>
                    <a:latin typeface="Verdana"/>
                    <a:ea typeface="Verdana"/>
                  </a:rPr>
                  <a:t>Choose the textbook type</a:t>
                </a:r>
                <a:endParaRPr b="0" lang="en-US" sz="1920" spc="-1" strike="noStrike">
                  <a:solidFill>
                    <a:srgbClr val="000000"/>
                  </a:solidFill>
                  <a:latin typeface="Arial"/>
                </a:endParaRPr>
              </a:p>
            </p:txBody>
          </p:sp>
        </p:grpSp>
        <p:sp>
          <p:nvSpPr>
            <p:cNvPr id="380" name="Google Shape;186;p26"/>
            <p:cNvSpPr/>
            <p:nvPr/>
          </p:nvSpPr>
          <p:spPr>
            <a:xfrm>
              <a:off x="5401440" y="3115800"/>
              <a:ext cx="1903320" cy="1257840"/>
            </a:xfrm>
            <a:prstGeom prst="notchedRightArrow">
              <a:avLst>
                <a:gd name="adj1" fmla="val 50000"/>
                <a:gd name="adj2" fmla="val 50000"/>
              </a:avLst>
            </a:prstGeom>
            <a:solidFill>
              <a:schemeClr val="accent6"/>
            </a:solidFill>
            <a:ln w="9525">
              <a:solidFill>
                <a:srgbClr val="96b09a"/>
              </a:solidFill>
              <a:round/>
            </a:ln>
          </p:spPr>
          <p:style>
            <a:lnRef idx="0"/>
            <a:fillRef idx="0"/>
            <a:effectRef idx="0"/>
            <a:fontRef idx="minor"/>
          </p:style>
          <p:txBody>
            <a:bodyPr lIns="90000" rIns="90000" tIns="91440" bIns="91440" anchor="ctr">
              <a:noAutofit/>
            </a:bodyPr>
            <a:p>
              <a:pPr algn="ctr">
                <a:lnSpc>
                  <a:spcPct val="100000"/>
                </a:lnSpc>
                <a:tabLst>
                  <a:tab algn="l" pos="0"/>
                </a:tabLst>
              </a:pPr>
              <a:endParaRPr b="0" lang="en-US" sz="1400" spc="-1" strike="noStrike">
                <a:solidFill>
                  <a:srgbClr val="000000"/>
                </a:solidFill>
                <a:latin typeface="Arial"/>
                <a:ea typeface="DejaVu Sans"/>
              </a:endParaRPr>
            </a:p>
          </p:txBody>
        </p:sp>
        <p:sp>
          <p:nvSpPr>
            <p:cNvPr id="381" name="Google Shape;187;p26"/>
            <p:cNvSpPr/>
            <p:nvPr/>
          </p:nvSpPr>
          <p:spPr>
            <a:xfrm>
              <a:off x="7726680" y="2734560"/>
              <a:ext cx="3525120" cy="2108520"/>
            </a:xfrm>
            <a:prstGeom prst="roundRect">
              <a:avLst>
                <a:gd name="adj" fmla="val 16667"/>
              </a:avLst>
            </a:prstGeom>
            <a:solidFill>
              <a:schemeClr val="accent5"/>
            </a:solidFill>
            <a:ln w="9525">
              <a:solidFill>
                <a:srgbClr val="000000"/>
              </a:solidFill>
              <a:round/>
            </a:ln>
          </p:spPr>
          <p:style>
            <a:lnRef idx="0"/>
            <a:fillRef idx="0"/>
            <a:effectRef idx="0"/>
            <a:fontRef idx="minor"/>
          </p:style>
          <p:txBody>
            <a:bodyPr lIns="90000" rIns="90000" tIns="91440" bIns="91440" anchor="ctr">
              <a:noAutofit/>
            </a:bodyPr>
            <a:p>
              <a:pPr>
                <a:lnSpc>
                  <a:spcPct val="100000"/>
                </a:lnSpc>
                <a:tabLst>
                  <a:tab algn="l" pos="0"/>
                </a:tabLst>
              </a:pPr>
              <a:r>
                <a:rPr b="1" lang="en-US" sz="2360" spc="-1" strike="noStrike">
                  <a:solidFill>
                    <a:schemeClr val="dk1"/>
                  </a:solidFill>
                  <a:latin typeface="Verdana"/>
                  <a:ea typeface="Verdana"/>
                </a:rPr>
                <a:t>Download your textbook</a:t>
              </a:r>
              <a:endParaRPr b="0" lang="en-US" sz="2360" spc="-1" strike="noStrike">
                <a:solidFill>
                  <a:srgbClr val="000000"/>
                </a:solidFill>
                <a:latin typeface="Arial"/>
              </a:endParaRPr>
            </a:p>
            <a:p>
              <a:pPr>
                <a:lnSpc>
                  <a:spcPct val="100000"/>
                </a:lnSpc>
                <a:tabLst>
                  <a:tab algn="l" pos="0"/>
                </a:tabLst>
              </a:pPr>
              <a:r>
                <a:rPr b="0" lang="en-US" sz="2090" spc="-1" strike="noStrike">
                  <a:solidFill>
                    <a:schemeClr val="dk1"/>
                  </a:solidFill>
                  <a:latin typeface="Verdana"/>
                  <a:ea typeface="Verdana"/>
                </a:rPr>
                <a:t>as Markdown or HTML</a:t>
              </a:r>
              <a:endParaRPr b="0" lang="en-US" sz="2090" spc="-1" strike="noStrike">
                <a:solidFill>
                  <a:srgbClr val="000000"/>
                </a:solidFill>
                <a:latin typeface="Arial"/>
              </a:endParaRPr>
            </a:p>
            <a:p>
              <a:pPr>
                <a:lnSpc>
                  <a:spcPct val="100000"/>
                </a:lnSpc>
                <a:tabLst>
                  <a:tab algn="l" pos="0"/>
                </a:tabLst>
              </a:pPr>
              <a:r>
                <a:rPr b="0" lang="en-US" sz="2090" spc="-1" strike="noStrike">
                  <a:solidFill>
                    <a:schemeClr val="dk1"/>
                  </a:solidFill>
                  <a:latin typeface="Verdana"/>
                  <a:ea typeface="Verdana"/>
                </a:rPr>
                <a:t>(+ the datasets as CSV)</a:t>
              </a:r>
              <a:endParaRPr b="0" lang="en-US" sz="2090" spc="-1" strike="noStrike">
                <a:solidFill>
                  <a:srgbClr val="000000"/>
                </a:solidFill>
                <a:latin typeface="Arial"/>
              </a:endParaRPr>
            </a:p>
            <a:p>
              <a:pPr algn="ctr">
                <a:lnSpc>
                  <a:spcPct val="100000"/>
                </a:lnSpc>
                <a:tabLst>
                  <a:tab algn="l" pos="0"/>
                </a:tabLst>
              </a:pPr>
              <a:endParaRPr b="0" lang="en-US" sz="1400" spc="-1" strike="noStrike">
                <a:solidFill>
                  <a:srgbClr val="000000"/>
                </a:solidFill>
                <a:latin typeface="Arial"/>
              </a:endParaRPr>
            </a:p>
          </p:txBody>
        </p:sp>
      </p:grpSp>
    </p:spTree>
  </p:cSld>
  <mc:AlternateContent>
    <mc:Choice Requires="p14">
      <p:transition spd="med" p14:dur="70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2" name="PlaceHolder 1"/>
          <p:cNvSpPr>
            <a:spLocks noGrp="1"/>
          </p:cNvSpPr>
          <p:nvPr>
            <p:ph type="title"/>
          </p:nvPr>
        </p:nvSpPr>
        <p:spPr>
          <a:xfrm>
            <a:off x="-43560" y="265680"/>
            <a:ext cx="10307880" cy="648000"/>
          </a:xfrm>
          <a:prstGeom prst="rect">
            <a:avLst/>
          </a:prstGeom>
          <a:solidFill>
            <a:srgbClr val="000000"/>
          </a:solidFill>
          <a:ln w="0">
            <a:noFill/>
          </a:ln>
        </p:spPr>
        <p:txBody>
          <a:bodyPr lIns="274320" rIns="90000" tIns="45000" bIns="45000" anchor="ctr">
            <a:normAutofit/>
          </a:bodyPr>
          <a:p>
            <a:pPr indent="0">
              <a:lnSpc>
                <a:spcPct val="85000"/>
              </a:lnSpc>
              <a:buNone/>
              <a:tabLst>
                <a:tab algn="l" pos="0"/>
              </a:tabLst>
            </a:pPr>
            <a:r>
              <a:rPr b="1" lang="en-US" sz="3200" spc="-1" strike="noStrike">
                <a:solidFill>
                  <a:schemeClr val="lt1"/>
                </a:solidFill>
                <a:latin typeface="Oswald"/>
                <a:ea typeface="Oswald"/>
              </a:rPr>
              <a:t>The build pipeline, step by step</a:t>
            </a:r>
            <a:endParaRPr b="0" lang="en-US" sz="3200" spc="-1" strike="noStrike">
              <a:solidFill>
                <a:srgbClr val="ffffff"/>
              </a:solidFill>
              <a:latin typeface="Arial"/>
            </a:endParaRPr>
          </a:p>
        </p:txBody>
      </p:sp>
      <p:grpSp>
        <p:nvGrpSpPr>
          <p:cNvPr id="383" name="Build pipeline diagram"/>
          <p:cNvGrpSpPr/>
          <p:nvPr/>
        </p:nvGrpSpPr>
        <p:grpSpPr>
          <a:xfrm>
            <a:off x="496080" y="1996560"/>
            <a:ext cx="11198520" cy="2112120"/>
            <a:chOff x="496080" y="1996560"/>
            <a:chExt cx="11198520" cy="2112120"/>
          </a:xfrm>
        </p:grpSpPr>
        <p:sp>
          <p:nvSpPr>
            <p:cNvPr id="384" name="Google Shape;193;p27"/>
            <p:cNvSpPr/>
            <p:nvPr/>
          </p:nvSpPr>
          <p:spPr>
            <a:xfrm>
              <a:off x="496080" y="1996560"/>
              <a:ext cx="2498760" cy="407880"/>
            </a:xfrm>
            <a:prstGeom prst="roundRect">
              <a:avLst>
                <a:gd name="adj" fmla="val 28000"/>
              </a:avLst>
            </a:prstGeom>
            <a:solidFill>
              <a:schemeClr val="accent1"/>
            </a:solidFill>
            <a:ln w="0">
              <a:noFill/>
            </a:ln>
          </p:spPr>
          <p:style>
            <a:lnRef idx="0"/>
            <a:fillRef idx="0"/>
            <a:effectRef idx="0"/>
            <a:fontRef idx="minor"/>
          </p:style>
          <p:txBody>
            <a:bodyPr lIns="60120" rIns="60120" tIns="29880" bIns="29880" anchor="ctr">
              <a:noAutofit/>
            </a:bodyPr>
            <a:p>
              <a:pPr algn="ctr">
                <a:lnSpc>
                  <a:spcPct val="100000"/>
                </a:lnSpc>
                <a:tabLst>
                  <a:tab algn="l" pos="0"/>
                </a:tabLst>
              </a:pPr>
              <a:r>
                <a:rPr b="1" lang="en-US" sz="1500" spc="-1" strike="noStrike">
                  <a:solidFill>
                    <a:srgbClr val="ffffff"/>
                  </a:solidFill>
                  <a:latin typeface="Verdana"/>
                  <a:ea typeface="Verdana"/>
                </a:rPr>
                <a:t>1 · Corpus</a:t>
              </a:r>
              <a:endParaRPr b="0" lang="en-US" sz="1500" spc="-1" strike="noStrike">
                <a:solidFill>
                  <a:srgbClr val="000000"/>
                </a:solidFill>
                <a:latin typeface="Arial"/>
              </a:endParaRPr>
            </a:p>
          </p:txBody>
        </p:sp>
        <p:sp>
          <p:nvSpPr>
            <p:cNvPr id="385" name="Google Shape;194;p27"/>
            <p:cNvSpPr/>
            <p:nvPr/>
          </p:nvSpPr>
          <p:spPr>
            <a:xfrm>
              <a:off x="496080" y="2405520"/>
              <a:ext cx="2498760" cy="1703160"/>
            </a:xfrm>
            <a:prstGeom prst="rect">
              <a:avLst/>
            </a:prstGeom>
            <a:solidFill>
              <a:schemeClr val="accent5"/>
            </a:solidFill>
            <a:ln w="0">
              <a:noFill/>
            </a:ln>
          </p:spPr>
          <p:style>
            <a:lnRef idx="0"/>
            <a:fillRef idx="0"/>
            <a:effectRef idx="0"/>
            <a:fontRef idx="minor"/>
          </p:style>
          <p:txBody>
            <a:bodyPr lIns="122040" rIns="122040" tIns="122040" bIns="122040" anchor="ctr">
              <a:noAutofit/>
            </a:bodyPr>
            <a:p>
              <a:pPr>
                <a:lnSpc>
                  <a:spcPct val="100000"/>
                </a:lnSpc>
                <a:tabLst>
                  <a:tab algn="l" pos="0"/>
                </a:tabLst>
              </a:pPr>
              <a:r>
                <a:rPr b="0" lang="en-US" sz="1600" spc="-1" strike="noStrike">
                  <a:solidFill>
                    <a:schemeClr val="dk1"/>
                  </a:solidFill>
                  <a:latin typeface="Verdana"/>
                  <a:ea typeface="Verdana"/>
                </a:rPr>
                <a:t>Builds the corpus from the chosen texts and decodes the morphology of every token.</a:t>
              </a:r>
              <a:endParaRPr b="0" lang="en-US" sz="1600" spc="-1" strike="noStrike">
                <a:solidFill>
                  <a:srgbClr val="000000"/>
                </a:solidFill>
                <a:latin typeface="Arial"/>
              </a:endParaRPr>
            </a:p>
          </p:txBody>
        </p:sp>
        <p:sp>
          <p:nvSpPr>
            <p:cNvPr id="386" name="Google Shape;195;p27"/>
            <p:cNvSpPr/>
            <p:nvPr/>
          </p:nvSpPr>
          <p:spPr>
            <a:xfrm>
              <a:off x="3395880" y="1996560"/>
              <a:ext cx="2498760" cy="407880"/>
            </a:xfrm>
            <a:prstGeom prst="roundRect">
              <a:avLst>
                <a:gd name="adj" fmla="val 28000"/>
              </a:avLst>
            </a:prstGeom>
            <a:solidFill>
              <a:schemeClr val="accent1"/>
            </a:solidFill>
            <a:ln w="0">
              <a:noFill/>
            </a:ln>
          </p:spPr>
          <p:style>
            <a:lnRef idx="0"/>
            <a:fillRef idx="0"/>
            <a:effectRef idx="0"/>
            <a:fontRef idx="minor"/>
          </p:style>
          <p:txBody>
            <a:bodyPr lIns="60120" rIns="60120" tIns="29880" bIns="29880" anchor="ctr">
              <a:noAutofit/>
            </a:bodyPr>
            <a:p>
              <a:pPr algn="ctr">
                <a:lnSpc>
                  <a:spcPct val="100000"/>
                </a:lnSpc>
                <a:tabLst>
                  <a:tab algn="l" pos="0"/>
                </a:tabLst>
              </a:pPr>
              <a:r>
                <a:rPr b="1" lang="en-US" sz="1500" spc="-1" strike="noStrike">
                  <a:solidFill>
                    <a:srgbClr val="ffffff"/>
                  </a:solidFill>
                  <a:latin typeface="Verdana"/>
                  <a:ea typeface="Verdana"/>
                </a:rPr>
                <a:t>2 · Analyze</a:t>
              </a:r>
              <a:endParaRPr b="0" lang="en-US" sz="1500" spc="-1" strike="noStrike">
                <a:solidFill>
                  <a:srgbClr val="000000"/>
                </a:solidFill>
                <a:latin typeface="Arial"/>
              </a:endParaRPr>
            </a:p>
          </p:txBody>
        </p:sp>
        <p:sp>
          <p:nvSpPr>
            <p:cNvPr id="387" name="Google Shape;196;p27"/>
            <p:cNvSpPr/>
            <p:nvPr/>
          </p:nvSpPr>
          <p:spPr>
            <a:xfrm>
              <a:off x="3395880" y="2405520"/>
              <a:ext cx="2498760" cy="1703160"/>
            </a:xfrm>
            <a:prstGeom prst="rect">
              <a:avLst/>
            </a:prstGeom>
            <a:solidFill>
              <a:schemeClr val="accent5"/>
            </a:solidFill>
            <a:ln w="0">
              <a:noFill/>
            </a:ln>
          </p:spPr>
          <p:style>
            <a:lnRef idx="0"/>
            <a:fillRef idx="0"/>
            <a:effectRef idx="0"/>
            <a:fontRef idx="minor"/>
          </p:style>
          <p:txBody>
            <a:bodyPr lIns="122040" rIns="122040" tIns="122040" bIns="122040" anchor="ctr">
              <a:noAutofit/>
            </a:bodyPr>
            <a:p>
              <a:pPr>
                <a:lnSpc>
                  <a:spcPct val="100000"/>
                </a:lnSpc>
                <a:tabLst>
                  <a:tab algn="l" pos="0"/>
                </a:tabLst>
              </a:pPr>
              <a:r>
                <a:rPr b="0" lang="en-US" sz="1600" spc="-1" strike="noStrike">
                  <a:solidFill>
                    <a:schemeClr val="dk1"/>
                  </a:solidFill>
                  <a:latin typeface="Verdana"/>
                  <a:ea typeface="Verdana"/>
                </a:rPr>
                <a:t>Counts the frequency of every form and every lemma, and ranks sentences by difficulty.</a:t>
              </a:r>
              <a:endParaRPr b="0" lang="en-US" sz="1600" spc="-1" strike="noStrike">
                <a:solidFill>
                  <a:srgbClr val="000000"/>
                </a:solidFill>
                <a:latin typeface="Arial"/>
              </a:endParaRPr>
            </a:p>
          </p:txBody>
        </p:sp>
        <p:sp>
          <p:nvSpPr>
            <p:cNvPr id="388" name="Google Shape;197;p27"/>
            <p:cNvSpPr/>
            <p:nvPr/>
          </p:nvSpPr>
          <p:spPr>
            <a:xfrm>
              <a:off x="6296040" y="1996560"/>
              <a:ext cx="2498760" cy="407880"/>
            </a:xfrm>
            <a:prstGeom prst="roundRect">
              <a:avLst>
                <a:gd name="adj" fmla="val 28000"/>
              </a:avLst>
            </a:prstGeom>
            <a:solidFill>
              <a:schemeClr val="accent1"/>
            </a:solidFill>
            <a:ln w="0">
              <a:noFill/>
            </a:ln>
          </p:spPr>
          <p:style>
            <a:lnRef idx="0"/>
            <a:fillRef idx="0"/>
            <a:effectRef idx="0"/>
            <a:fontRef idx="minor"/>
          </p:style>
          <p:txBody>
            <a:bodyPr lIns="60120" rIns="60120" tIns="29880" bIns="29880" anchor="ctr">
              <a:noAutofit/>
            </a:bodyPr>
            <a:p>
              <a:pPr algn="ctr">
                <a:lnSpc>
                  <a:spcPct val="100000"/>
                </a:lnSpc>
                <a:tabLst>
                  <a:tab algn="l" pos="0"/>
                </a:tabLst>
              </a:pPr>
              <a:r>
                <a:rPr b="1" lang="en-US" sz="1500" spc="-1" strike="noStrike">
                  <a:solidFill>
                    <a:srgbClr val="ffffff"/>
                  </a:solidFill>
                  <a:latin typeface="Verdana"/>
                  <a:ea typeface="Verdana"/>
                </a:rPr>
                <a:t>3 · Syllabus</a:t>
              </a:r>
              <a:endParaRPr b="0" lang="en-US" sz="1500" spc="-1" strike="noStrike">
                <a:solidFill>
                  <a:srgbClr val="000000"/>
                </a:solidFill>
                <a:latin typeface="Arial"/>
              </a:endParaRPr>
            </a:p>
          </p:txBody>
        </p:sp>
        <p:sp>
          <p:nvSpPr>
            <p:cNvPr id="389" name="Google Shape;198;p27"/>
            <p:cNvSpPr/>
            <p:nvPr/>
          </p:nvSpPr>
          <p:spPr>
            <a:xfrm>
              <a:off x="6296040" y="2405520"/>
              <a:ext cx="2498760" cy="1703160"/>
            </a:xfrm>
            <a:prstGeom prst="rect">
              <a:avLst/>
            </a:prstGeom>
            <a:solidFill>
              <a:schemeClr val="accent5"/>
            </a:solidFill>
            <a:ln w="0">
              <a:noFill/>
            </a:ln>
          </p:spPr>
          <p:style>
            <a:lnRef idx="0"/>
            <a:fillRef idx="0"/>
            <a:effectRef idx="0"/>
            <a:fontRef idx="minor"/>
          </p:style>
          <p:txBody>
            <a:bodyPr lIns="122040" rIns="122040" tIns="122040" bIns="122040" anchor="ctr">
              <a:noAutofit/>
            </a:bodyPr>
            <a:p>
              <a:pPr>
                <a:lnSpc>
                  <a:spcPct val="100000"/>
                </a:lnSpc>
                <a:tabLst>
                  <a:tab algn="l" pos="0"/>
                </a:tabLst>
              </a:pPr>
              <a:r>
                <a:rPr b="0" lang="en-US" sz="1600" spc="-1" strike="noStrike">
                  <a:solidFill>
                    <a:schemeClr val="dk1"/>
                  </a:solidFill>
                  <a:latin typeface="Verdana"/>
                  <a:ea typeface="Verdana"/>
                </a:rPr>
                <a:t>Orders topics by frequency, inside a fixed opening and some bound lesson sequences.</a:t>
              </a:r>
              <a:endParaRPr b="0" lang="en-US" sz="1600" spc="-1" strike="noStrike">
                <a:solidFill>
                  <a:srgbClr val="000000"/>
                </a:solidFill>
                <a:latin typeface="Arial"/>
              </a:endParaRPr>
            </a:p>
          </p:txBody>
        </p:sp>
        <p:sp>
          <p:nvSpPr>
            <p:cNvPr id="390" name="Google Shape;199;p27"/>
            <p:cNvSpPr/>
            <p:nvPr/>
          </p:nvSpPr>
          <p:spPr>
            <a:xfrm>
              <a:off x="9195840" y="1996560"/>
              <a:ext cx="2498760" cy="407880"/>
            </a:xfrm>
            <a:prstGeom prst="roundRect">
              <a:avLst>
                <a:gd name="adj" fmla="val 28000"/>
              </a:avLst>
            </a:prstGeom>
            <a:solidFill>
              <a:schemeClr val="accent1"/>
            </a:solidFill>
            <a:ln w="0">
              <a:noFill/>
            </a:ln>
          </p:spPr>
          <p:style>
            <a:lnRef idx="0"/>
            <a:fillRef idx="0"/>
            <a:effectRef idx="0"/>
            <a:fontRef idx="minor"/>
          </p:style>
          <p:txBody>
            <a:bodyPr lIns="60120" rIns="60120" tIns="29880" bIns="29880" anchor="ctr">
              <a:noAutofit/>
            </a:bodyPr>
            <a:p>
              <a:pPr algn="ctr">
                <a:lnSpc>
                  <a:spcPct val="100000"/>
                </a:lnSpc>
                <a:tabLst>
                  <a:tab algn="l" pos="0"/>
                </a:tabLst>
              </a:pPr>
              <a:r>
                <a:rPr b="1" lang="en-US" sz="1500" spc="-1" strike="noStrike">
                  <a:solidFill>
                    <a:srgbClr val="ffffff"/>
                  </a:solidFill>
                  <a:latin typeface="Verdana"/>
                  <a:ea typeface="Verdana"/>
                </a:rPr>
                <a:t>4 · Assemble</a:t>
              </a:r>
              <a:endParaRPr b="0" lang="en-US" sz="1500" spc="-1" strike="noStrike">
                <a:solidFill>
                  <a:srgbClr val="000000"/>
                </a:solidFill>
                <a:latin typeface="Arial"/>
              </a:endParaRPr>
            </a:p>
          </p:txBody>
        </p:sp>
        <p:sp>
          <p:nvSpPr>
            <p:cNvPr id="391" name="Google Shape;200;p27"/>
            <p:cNvSpPr/>
            <p:nvPr/>
          </p:nvSpPr>
          <p:spPr>
            <a:xfrm>
              <a:off x="9195840" y="2405520"/>
              <a:ext cx="2498760" cy="1703160"/>
            </a:xfrm>
            <a:prstGeom prst="rect">
              <a:avLst/>
            </a:prstGeom>
            <a:solidFill>
              <a:schemeClr val="accent5"/>
            </a:solidFill>
            <a:ln w="0">
              <a:noFill/>
            </a:ln>
          </p:spPr>
          <p:style>
            <a:lnRef idx="0"/>
            <a:fillRef idx="0"/>
            <a:effectRef idx="0"/>
            <a:fontRef idx="minor"/>
          </p:style>
          <p:txBody>
            <a:bodyPr lIns="122040" rIns="122040" tIns="122040" bIns="122040" anchor="ctr">
              <a:noAutofit/>
            </a:bodyPr>
            <a:p>
              <a:pPr>
                <a:lnSpc>
                  <a:spcPct val="100000"/>
                </a:lnSpc>
                <a:tabLst>
                  <a:tab algn="l" pos="0"/>
                </a:tabLst>
              </a:pPr>
              <a:r>
                <a:rPr b="0" lang="en-US" sz="1600" spc="-1" strike="noStrike">
                  <a:solidFill>
                    <a:schemeClr val="dk1"/>
                  </a:solidFill>
                  <a:latin typeface="Verdana"/>
                  <a:ea typeface="Verdana"/>
                </a:rPr>
                <a:t>Pairs each topic with a lesson module and difficulty-scored corpus exercises with an answer key.</a:t>
              </a:r>
              <a:endParaRPr b="0" lang="en-US" sz="1600" spc="-1" strike="noStrike">
                <a:solidFill>
                  <a:srgbClr val="000000"/>
                </a:solidFill>
                <a:latin typeface="Arial"/>
              </a:endParaRPr>
            </a:p>
          </p:txBody>
        </p:sp>
        <p:sp>
          <p:nvSpPr>
            <p:cNvPr id="392" name="Google Shape;201;p27"/>
            <p:cNvSpPr/>
            <p:nvPr/>
          </p:nvSpPr>
          <p:spPr>
            <a:xfrm>
              <a:off x="3016080" y="3219840"/>
              <a:ext cx="358920" cy="298800"/>
            </a:xfrm>
            <a:prstGeom prst="rightArrow">
              <a:avLst>
                <a:gd name="adj1" fmla="val 60000"/>
                <a:gd name="adj2" fmla="val 50000"/>
              </a:avLst>
            </a:prstGeom>
            <a:solidFill>
              <a:schemeClr val="accent6"/>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a typeface="DejaVu Sans"/>
              </a:endParaRPr>
            </a:p>
          </p:txBody>
        </p:sp>
        <p:sp>
          <p:nvSpPr>
            <p:cNvPr id="393" name="Google Shape;202;p27"/>
            <p:cNvSpPr/>
            <p:nvPr/>
          </p:nvSpPr>
          <p:spPr>
            <a:xfrm>
              <a:off x="5915880" y="3219840"/>
              <a:ext cx="358920" cy="298800"/>
            </a:xfrm>
            <a:prstGeom prst="rightArrow">
              <a:avLst>
                <a:gd name="adj1" fmla="val 60000"/>
                <a:gd name="adj2" fmla="val 50000"/>
              </a:avLst>
            </a:prstGeom>
            <a:solidFill>
              <a:schemeClr val="accent6"/>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a typeface="DejaVu Sans"/>
              </a:endParaRPr>
            </a:p>
          </p:txBody>
        </p:sp>
        <p:sp>
          <p:nvSpPr>
            <p:cNvPr id="394" name="Google Shape;203;p27"/>
            <p:cNvSpPr/>
            <p:nvPr/>
          </p:nvSpPr>
          <p:spPr>
            <a:xfrm>
              <a:off x="8816040" y="3219840"/>
              <a:ext cx="358920" cy="298800"/>
            </a:xfrm>
            <a:prstGeom prst="rightArrow">
              <a:avLst>
                <a:gd name="adj1" fmla="val 60000"/>
                <a:gd name="adj2" fmla="val 50000"/>
              </a:avLst>
            </a:prstGeom>
            <a:solidFill>
              <a:schemeClr val="accent6"/>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a typeface="DejaVu Sans"/>
              </a:endParaRPr>
            </a:p>
          </p:txBody>
        </p:sp>
      </p:grpSp>
      <p:sp>
        <p:nvSpPr>
          <p:cNvPr id="395" name="Google Shape;204;p27"/>
          <p:cNvSpPr/>
          <p:nvPr/>
        </p:nvSpPr>
        <p:spPr>
          <a:xfrm>
            <a:off x="496080" y="4380120"/>
            <a:ext cx="11198880" cy="1499040"/>
          </a:xfrm>
          <a:prstGeom prst="rect">
            <a:avLst/>
          </a:prstGeom>
          <a:noFill/>
          <a:ln w="0">
            <a:noFill/>
          </a:ln>
        </p:spPr>
        <p:style>
          <a:lnRef idx="0"/>
          <a:fillRef idx="0"/>
          <a:effectRef idx="0"/>
          <a:fontRef idx="minor"/>
        </p:style>
        <p:txBody>
          <a:bodyPr lIns="0" rIns="45720" tIns="45000" bIns="45000" anchor="t">
            <a:noAutofit/>
          </a:bodyPr>
          <a:p>
            <a:pPr>
              <a:lnSpc>
                <a:spcPct val="110000"/>
              </a:lnSpc>
              <a:tabLst>
                <a:tab algn="l" pos="0"/>
              </a:tabLst>
            </a:pPr>
            <a:r>
              <a:rPr b="0" lang="en-US" sz="1600" spc="-1" strike="noStrike">
                <a:solidFill>
                  <a:schemeClr val="dk1"/>
                </a:solidFill>
                <a:latin typeface="Verdana"/>
                <a:ea typeface="Verdana"/>
              </a:rPr>
              <a:t>Every example is an authentic corpus sentence, ranked by difficulty (based on sentence length plus word rarity), so early lessons stay readable, then exported as CSV, Markdown or HTML.</a:t>
            </a:r>
            <a:endParaRPr b="0" lang="en-US" sz="1600" spc="-1" strike="noStrike">
              <a:solidFill>
                <a:srgbClr val="000000"/>
              </a:solidFill>
              <a:latin typeface="Arial"/>
            </a:endParaRPr>
          </a:p>
          <a:p>
            <a:pPr>
              <a:lnSpc>
                <a:spcPct val="100000"/>
              </a:lnSpc>
              <a:spcBef>
                <a:spcPts val="601"/>
              </a:spcBef>
              <a:tabLst>
                <a:tab algn="l" pos="0"/>
              </a:tabLst>
            </a:pPr>
            <a:r>
              <a:rPr b="1" lang="en-US" sz="1400" spc="-1" strike="noStrike">
                <a:solidFill>
                  <a:schemeClr val="accent1"/>
                </a:solidFill>
                <a:latin typeface="Verdana"/>
                <a:ea typeface="Verdana"/>
              </a:rPr>
              <a:t>Thucydides, The Peloponnesian War  →  31,924 tokens · 119 ranked grammar topics.</a:t>
            </a:r>
            <a:endParaRPr b="0" lang="en-US" sz="1400" spc="-1" strike="noStrike">
              <a:solidFill>
                <a:srgbClr val="000000"/>
              </a:solidFill>
              <a:latin typeface="Arial"/>
            </a:endParaRPr>
          </a:p>
        </p:txBody>
      </p:sp>
      <p:sp>
        <p:nvSpPr>
          <p:cNvPr id="396" name="PlaceHolder 2"/>
          <p:cNvSpPr>
            <a:spLocks noGrp="1"/>
          </p:cNvSpPr>
          <p:nvPr>
            <p:ph type="sldNum" idx="17"/>
          </p:nvPr>
        </p:nvSpPr>
        <p:spPr>
          <a:xfrm>
            <a:off x="5587920" y="6335280"/>
            <a:ext cx="1015200" cy="2491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000" spc="-1" strike="noStrike">
                <a:solidFill>
                  <a:schemeClr val="dk1"/>
                </a:solidFill>
                <a:latin typeface="Verdana"/>
                <a:ea typeface="Verdana"/>
              </a:defRPr>
            </a:lvl1pPr>
          </a:lstStyle>
          <a:p>
            <a:pPr indent="0" algn="ctr">
              <a:lnSpc>
                <a:spcPct val="100000"/>
              </a:lnSpc>
              <a:buNone/>
              <a:tabLst>
                <a:tab algn="l" pos="0"/>
              </a:tabLst>
            </a:pPr>
            <a:fld id="{482B9929-464D-4C96-AFBA-EEE5AF4E21EE}" type="slidenum">
              <a:rPr b="0" lang="en-US" sz="1000" spc="-1" strike="noStrike">
                <a:solidFill>
                  <a:schemeClr val="dk1"/>
                </a:solidFill>
                <a:latin typeface="Verdana"/>
                <a:ea typeface="Verdana"/>
              </a:rPr>
              <a:t>13</a:t>
            </a:fld>
            <a:endParaRPr b="0" lang="en-US" sz="1000" spc="-1" strike="noStrike">
              <a:solidFill>
                <a:srgbClr val="000000"/>
              </a:solidFill>
              <a:latin typeface="Times New Roman"/>
            </a:endParaRPr>
          </a:p>
        </p:txBody>
      </p:sp>
    </p:spTree>
  </p:cSld>
  <mc:AlternateContent>
    <mc:Choice Requires="p14">
      <p:transition spd="med" p14:dur="70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7" name="PlaceHolder 1"/>
          <p:cNvSpPr>
            <a:spLocks noGrp="1"/>
          </p:cNvSpPr>
          <p:nvPr>
            <p:ph type="title"/>
          </p:nvPr>
        </p:nvSpPr>
        <p:spPr>
          <a:xfrm>
            <a:off x="-43560" y="265680"/>
            <a:ext cx="9667800" cy="648000"/>
          </a:xfrm>
          <a:prstGeom prst="rect">
            <a:avLst/>
          </a:prstGeom>
          <a:solidFill>
            <a:srgbClr val="000000"/>
          </a:solidFill>
          <a:ln w="0">
            <a:noFill/>
          </a:ln>
        </p:spPr>
        <p:txBody>
          <a:bodyPr lIns="90000" rIns="90000" tIns="45000" bIns="45000" anchor="ctr">
            <a:normAutofit fontScale="82000"/>
          </a:bodyPr>
          <a:p>
            <a:pPr marL="186480" indent="0">
              <a:lnSpc>
                <a:spcPct val="85000"/>
              </a:lnSpc>
              <a:buNone/>
              <a:tabLst>
                <a:tab algn="l" pos="0"/>
              </a:tabLst>
            </a:pPr>
            <a:r>
              <a:rPr b="1" lang="en-US" sz="3200" spc="-1" strike="noStrike">
                <a:solidFill>
                  <a:schemeClr val="lt1"/>
                </a:solidFill>
                <a:latin typeface="Oswald"/>
                <a:ea typeface="Oswald"/>
              </a:rPr>
              <a:t>Examples from a textbooks based on Homer</a:t>
            </a:r>
            <a:endParaRPr b="0" lang="en-US" sz="3200" spc="-1" strike="noStrike">
              <a:solidFill>
                <a:srgbClr val="ffffff"/>
              </a:solidFill>
              <a:latin typeface="Arial"/>
            </a:endParaRPr>
          </a:p>
        </p:txBody>
      </p:sp>
      <p:pic>
        <p:nvPicPr>
          <p:cNvPr id="398" name="Google Shape;212;p28" descr="Screenshot of a generated English lesson page headed '7. First/Second Declension Adjectives'. It gives the part-of-speech family and the corpus frequency of the feature, a prose explanation of how first- and second-declension adjectives agree with their nouns, a full paradigm table of ἀγαθός, ἀγαθή, ἀγαθόν in all cases for masculine, feminine and neuter, singular and plural, and the start of a common-vocabulary table."/>
          <p:cNvPicPr/>
          <p:nvPr/>
        </p:nvPicPr>
        <p:blipFill>
          <a:blip r:embed="rId1"/>
          <a:srcRect l="0" t="5970" r="1584" b="18709"/>
          <a:stretch/>
        </p:blipFill>
        <p:spPr>
          <a:xfrm>
            <a:off x="457200" y="950040"/>
            <a:ext cx="4799880" cy="5199840"/>
          </a:xfrm>
          <a:prstGeom prst="rect">
            <a:avLst/>
          </a:prstGeom>
          <a:ln w="0">
            <a:noFill/>
          </a:ln>
        </p:spPr>
      </p:pic>
      <p:pic>
        <p:nvPicPr>
          <p:cNvPr id="399" name="Google Shape;213;p28" descr="Screenshot of a generated English exercise page headed 'Exercise Type 2: Sentences'. The instruction asks the learner to identify the nouns and adjectives belonging to the lesson. Sixteen numbered unaltered Greek sentences follow, each with its citation to the Iliad or Odyssey, and below them the beginning of the answer key listing the target words."/>
          <p:cNvPicPr/>
          <p:nvPr/>
        </p:nvPicPr>
        <p:blipFill>
          <a:blip r:embed="rId2"/>
          <a:srcRect l="0" t="22783" r="0" b="10298"/>
          <a:stretch/>
        </p:blipFill>
        <p:spPr>
          <a:xfrm>
            <a:off x="5689080" y="994680"/>
            <a:ext cx="5465160" cy="5176800"/>
          </a:xfrm>
          <a:prstGeom prst="rect">
            <a:avLst/>
          </a:prstGeom>
          <a:ln w="0">
            <a:noFill/>
          </a:ln>
        </p:spPr>
      </p:pic>
      <p:sp>
        <p:nvSpPr>
          <p:cNvPr id="400" name="TextBox 3"/>
          <p:cNvSpPr/>
          <p:nvPr/>
        </p:nvSpPr>
        <p:spPr>
          <a:xfrm>
            <a:off x="6510960" y="6339960"/>
            <a:ext cx="11090520" cy="167040"/>
          </a:xfrm>
          <a:prstGeom prst="rect">
            <a:avLst/>
          </a:prstGeom>
          <a:noFill/>
          <a:ln w="0">
            <a:noFill/>
          </a:ln>
        </p:spPr>
        <p:style>
          <a:lnRef idx="0"/>
          <a:fillRef idx="0"/>
          <a:effectRef idx="0"/>
          <a:fontRef idx="minor"/>
        </p:style>
        <p:txBody>
          <a:bodyPr lIns="0" rIns="0" tIns="0" bIns="0" anchor="t">
            <a:spAutoFit/>
          </a:bodyPr>
          <a:p>
            <a:pPr>
              <a:lnSpc>
                <a:spcPct val="100000"/>
              </a:lnSpc>
            </a:pPr>
            <a:r>
              <a:rPr b="0" i="1" lang="en-US" sz="1100" spc="-1" strike="noStrike">
                <a:solidFill>
                  <a:srgbClr val="595959"/>
                </a:solidFill>
                <a:latin typeface="Verdana"/>
                <a:ea typeface="Arial"/>
              </a:rPr>
              <a:t>Its exercises: unaltered Homer, every sentence carrying its citation.</a:t>
            </a:r>
            <a:endParaRPr b="0" lang="en-US" sz="1100" spc="-1" strike="noStrike">
              <a:solidFill>
                <a:srgbClr val="000000"/>
              </a:solidFill>
              <a:latin typeface="Arial"/>
            </a:endParaRPr>
          </a:p>
        </p:txBody>
      </p:sp>
      <p:sp>
        <p:nvSpPr>
          <p:cNvPr id="401" name="TextBox 4"/>
          <p:cNvSpPr/>
          <p:nvPr/>
        </p:nvSpPr>
        <p:spPr>
          <a:xfrm>
            <a:off x="457200" y="6400800"/>
            <a:ext cx="5394240" cy="167040"/>
          </a:xfrm>
          <a:prstGeom prst="rect">
            <a:avLst/>
          </a:prstGeom>
          <a:noFill/>
          <a:ln w="0">
            <a:noFill/>
          </a:ln>
        </p:spPr>
        <p:style>
          <a:lnRef idx="0"/>
          <a:fillRef idx="0"/>
          <a:effectRef idx="0"/>
          <a:fontRef idx="minor"/>
        </p:style>
        <p:txBody>
          <a:bodyPr lIns="0" rIns="0" tIns="0" bIns="0" anchor="t">
            <a:spAutoFit/>
          </a:bodyPr>
          <a:p>
            <a:pPr>
              <a:lnSpc>
                <a:spcPct val="100000"/>
              </a:lnSpc>
            </a:pPr>
            <a:r>
              <a:rPr b="0" i="1" lang="en-US" sz="1100" spc="-1" strike="noStrike">
                <a:solidFill>
                  <a:srgbClr val="595959"/>
                </a:solidFill>
                <a:latin typeface="Verdana"/>
                <a:ea typeface="Arial"/>
              </a:rPr>
              <a:t>The lesson: a paradigm assembled for the topic the corpus ranked seventh.</a:t>
            </a:r>
            <a:endParaRPr b="0" lang="en-US" sz="1100" spc="-1" strike="noStrike">
              <a:solidFill>
                <a:srgbClr val="000000"/>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2" name="PlaceHolder 1"/>
          <p:cNvSpPr>
            <a:spLocks noGrp="1"/>
          </p:cNvSpPr>
          <p:nvPr>
            <p:ph type="title"/>
          </p:nvPr>
        </p:nvSpPr>
        <p:spPr>
          <a:xfrm>
            <a:off x="-43560" y="265680"/>
            <a:ext cx="10264320" cy="648000"/>
          </a:xfrm>
          <a:prstGeom prst="rect">
            <a:avLst/>
          </a:prstGeom>
          <a:solidFill>
            <a:srgbClr val="000000"/>
          </a:solidFill>
          <a:ln w="0">
            <a:noFill/>
          </a:ln>
        </p:spPr>
        <p:txBody>
          <a:bodyPr lIns="0" rIns="0" tIns="0" bIns="0" anchor="ctr">
            <a:normAutofit/>
          </a:bodyPr>
          <a:p>
            <a:pPr marL="228600" indent="0">
              <a:lnSpc>
                <a:spcPct val="85000"/>
              </a:lnSpc>
              <a:buNone/>
              <a:tabLst>
                <a:tab algn="l" pos="0"/>
              </a:tabLst>
            </a:pPr>
            <a:r>
              <a:rPr b="1" lang="en-US" sz="3200" spc="-1" strike="noStrike">
                <a:solidFill>
                  <a:schemeClr val="lt1"/>
                </a:solidFill>
                <a:latin typeface="Oswald"/>
                <a:ea typeface="Oswald"/>
              </a:rPr>
              <a:t>When frequency and pedagogy disagree</a:t>
            </a:r>
            <a:endParaRPr b="0" lang="en-US" sz="3200" spc="-1" strike="noStrike">
              <a:solidFill>
                <a:srgbClr val="ffffff"/>
              </a:solidFill>
              <a:latin typeface="Arial"/>
            </a:endParaRPr>
          </a:p>
        </p:txBody>
      </p:sp>
      <p:sp>
        <p:nvSpPr>
          <p:cNvPr id="403" name="PlaceHolder 2"/>
          <p:cNvSpPr>
            <a:spLocks noGrp="1"/>
          </p:cNvSpPr>
          <p:nvPr>
            <p:ph/>
          </p:nvPr>
        </p:nvSpPr>
        <p:spPr>
          <a:xfrm>
            <a:off x="640080" y="1413000"/>
            <a:ext cx="5205600" cy="4921200"/>
          </a:xfrm>
          <a:prstGeom prst="rect">
            <a:avLst/>
          </a:prstGeom>
          <a:noFill/>
          <a:ln w="0">
            <a:noFill/>
          </a:ln>
        </p:spPr>
        <p:txBody>
          <a:bodyPr lIns="0" rIns="0" tIns="0" bIns="0" anchor="t">
            <a:normAutofit/>
          </a:bodyPr>
          <a:p>
            <a:pPr indent="0">
              <a:lnSpc>
                <a:spcPct val="100000"/>
              </a:lnSpc>
              <a:buNone/>
              <a:tabLst>
                <a:tab algn="l" pos="0"/>
              </a:tabLst>
            </a:pPr>
            <a:r>
              <a:rPr b="1" lang="en-US" sz="2000" spc="-1" strike="noStrike">
                <a:solidFill>
                  <a:schemeClr val="dk1"/>
                </a:solidFill>
                <a:latin typeface="Verdana"/>
                <a:ea typeface="Verdana"/>
              </a:rPr>
              <a:t>Problems:</a:t>
            </a:r>
            <a:endParaRPr b="0" lang="en-US" sz="2000" spc="-1" strike="noStrike">
              <a:solidFill>
                <a:srgbClr val="000000"/>
              </a:solidFill>
              <a:latin typeface="Arial"/>
            </a:endParaRPr>
          </a:p>
          <a:p>
            <a:pPr marL="289080" indent="-301680">
              <a:lnSpc>
                <a:spcPct val="100000"/>
              </a:lnSpc>
              <a:spcBef>
                <a:spcPts val="1800"/>
              </a:spcBef>
              <a:buClr>
                <a:srgbClr val="b83232"/>
              </a:buClr>
              <a:buFont typeface="Noto Sans Symbols"/>
              <a:buChar char="▪"/>
              <a:tabLst>
                <a:tab algn="l" pos="0"/>
              </a:tabLst>
            </a:pPr>
            <a:r>
              <a:rPr b="0" lang="en-US" sz="2000" spc="-1" strike="noStrike">
                <a:solidFill>
                  <a:schemeClr val="dk1"/>
                </a:solidFill>
                <a:latin typeface="Verdana"/>
                <a:ea typeface="Verdana"/>
              </a:rPr>
              <a:t>The most common form in a corpus can be an irregular or an advanced one.</a:t>
            </a:r>
            <a:endParaRPr b="0" lang="en-US" sz="2000" spc="-1" strike="noStrike">
              <a:solidFill>
                <a:srgbClr val="000000"/>
              </a:solidFill>
              <a:latin typeface="Arial"/>
            </a:endParaRPr>
          </a:p>
          <a:p>
            <a:pPr marL="289080" indent="-301680">
              <a:lnSpc>
                <a:spcPct val="100000"/>
              </a:lnSpc>
              <a:spcBef>
                <a:spcPts val="1199"/>
              </a:spcBef>
              <a:buClr>
                <a:srgbClr val="b83232"/>
              </a:buClr>
              <a:buFont typeface="Noto Sans Symbols"/>
              <a:buChar char="▪"/>
              <a:tabLst>
                <a:tab algn="l" pos="0"/>
              </a:tabLst>
            </a:pPr>
            <a:r>
              <a:rPr b="0" lang="en-US" sz="2000" spc="-1" strike="noStrike">
                <a:solidFill>
                  <a:schemeClr val="dk1"/>
                </a:solidFill>
                <a:latin typeface="Verdana"/>
                <a:ea typeface="Verdana"/>
              </a:rPr>
              <a:t>Teach an exception first and you confuse beginners before the rule even exists.</a:t>
            </a:r>
            <a:endParaRPr b="0" lang="en-US" sz="2000" spc="-1" strike="noStrike">
              <a:solidFill>
                <a:srgbClr val="000000"/>
              </a:solidFill>
              <a:latin typeface="Arial"/>
            </a:endParaRPr>
          </a:p>
          <a:p>
            <a:pPr marL="289080" indent="-301680">
              <a:lnSpc>
                <a:spcPct val="100000"/>
              </a:lnSpc>
              <a:spcBef>
                <a:spcPts val="1199"/>
              </a:spcBef>
              <a:buClr>
                <a:srgbClr val="b83232"/>
              </a:buClr>
              <a:buFont typeface="Noto Sans Symbols"/>
              <a:buChar char="▪"/>
              <a:tabLst>
                <a:tab algn="l" pos="0"/>
              </a:tabLst>
            </a:pPr>
            <a:r>
              <a:rPr b="0" lang="en-US" sz="2000" spc="-1" strike="noStrike">
                <a:solidFill>
                  <a:schemeClr val="dk1"/>
                </a:solidFill>
                <a:latin typeface="Verdana"/>
                <a:ea typeface="Verdana"/>
              </a:rPr>
              <a:t>Some topics only make sense together: the middle voice raises questions that deponent verbs must answer right after.</a:t>
            </a:r>
            <a:endParaRPr b="0" lang="en-US" sz="2000" spc="-1" strike="noStrike">
              <a:solidFill>
                <a:srgbClr val="000000"/>
              </a:solidFill>
              <a:latin typeface="Arial"/>
            </a:endParaRPr>
          </a:p>
          <a:p>
            <a:pPr indent="0">
              <a:lnSpc>
                <a:spcPct val="100000"/>
              </a:lnSpc>
              <a:spcBef>
                <a:spcPts val="1199"/>
              </a:spcBef>
              <a:buNone/>
              <a:tabLst>
                <a:tab algn="l" pos="0"/>
              </a:tabLst>
            </a:pPr>
            <a:endParaRPr b="0" lang="en-US" sz="1800" spc="-1" strike="noStrike">
              <a:solidFill>
                <a:srgbClr val="000000"/>
              </a:solidFill>
              <a:latin typeface="Arial"/>
            </a:endParaRPr>
          </a:p>
        </p:txBody>
      </p:sp>
      <p:sp>
        <p:nvSpPr>
          <p:cNvPr id="404" name="PlaceHolder 3"/>
          <p:cNvSpPr>
            <a:spLocks noGrp="1"/>
          </p:cNvSpPr>
          <p:nvPr>
            <p:ph/>
          </p:nvPr>
        </p:nvSpPr>
        <p:spPr>
          <a:xfrm>
            <a:off x="6171120" y="1413000"/>
            <a:ext cx="5205600" cy="4589640"/>
          </a:xfrm>
          <a:prstGeom prst="rect">
            <a:avLst/>
          </a:prstGeom>
          <a:noFill/>
          <a:ln w="0">
            <a:noFill/>
          </a:ln>
        </p:spPr>
        <p:txBody>
          <a:bodyPr lIns="0" rIns="0" tIns="0" bIns="0" anchor="t">
            <a:normAutofit/>
          </a:bodyPr>
          <a:p>
            <a:pPr indent="0">
              <a:lnSpc>
                <a:spcPct val="100000"/>
              </a:lnSpc>
              <a:buNone/>
              <a:tabLst>
                <a:tab algn="l" pos="0"/>
              </a:tabLst>
            </a:pPr>
            <a:r>
              <a:rPr b="1" lang="en-US" sz="2000" spc="-1" strike="noStrike">
                <a:solidFill>
                  <a:schemeClr val="dk1"/>
                </a:solidFill>
                <a:latin typeface="Verdana"/>
                <a:ea typeface="Verdana"/>
              </a:rPr>
              <a:t>Solutions:</a:t>
            </a:r>
            <a:endParaRPr b="0" lang="en-US" sz="2000" spc="-1" strike="noStrike">
              <a:solidFill>
                <a:srgbClr val="000000"/>
              </a:solidFill>
              <a:latin typeface="Arial"/>
            </a:endParaRPr>
          </a:p>
          <a:p>
            <a:pPr marL="289080" indent="-301680">
              <a:lnSpc>
                <a:spcPct val="100000"/>
              </a:lnSpc>
              <a:spcBef>
                <a:spcPts val="1800"/>
              </a:spcBef>
              <a:buClr>
                <a:srgbClr val="b83232"/>
              </a:buClr>
              <a:buFont typeface="Noto Sans Symbols"/>
              <a:buChar char="▪"/>
              <a:tabLst>
                <a:tab algn="l" pos="0"/>
              </a:tabLst>
            </a:pPr>
            <a:r>
              <a:rPr b="0" lang="en-US" sz="2000" spc="-1" strike="noStrike">
                <a:solidFill>
                  <a:schemeClr val="dk1"/>
                </a:solidFill>
                <a:latin typeface="Verdana"/>
                <a:ea typeface="Verdana"/>
              </a:rPr>
              <a:t>A fixed opening: the first lessons map the system before frequency takes over, so beginners are oriented rather than overwhelmed.</a:t>
            </a:r>
            <a:endParaRPr b="0" lang="en-US" sz="2000" spc="-1" strike="noStrike">
              <a:solidFill>
                <a:srgbClr val="000000"/>
              </a:solidFill>
              <a:latin typeface="Arial"/>
            </a:endParaRPr>
          </a:p>
          <a:p>
            <a:pPr marL="289080" indent="-301680">
              <a:lnSpc>
                <a:spcPct val="100000"/>
              </a:lnSpc>
              <a:spcBef>
                <a:spcPts val="1199"/>
              </a:spcBef>
              <a:buClr>
                <a:srgbClr val="b83232"/>
              </a:buClr>
              <a:buFont typeface="Noto Sans Symbols"/>
              <a:buChar char="▪"/>
              <a:tabLst>
                <a:tab algn="l" pos="0"/>
              </a:tabLst>
            </a:pPr>
            <a:r>
              <a:rPr b="0" lang="en-US" sz="2000" spc="-1" strike="noStrike">
                <a:solidFill>
                  <a:schemeClr val="dk1"/>
                </a:solidFill>
                <a:latin typeface="Verdana"/>
                <a:ea typeface="Verdana"/>
              </a:rPr>
              <a:t>Bound sequences: linked lessons stay adjacent — middle voice is always followed by deponent verbs.</a:t>
            </a:r>
            <a:endParaRPr b="0" lang="en-US" sz="2000" spc="-1" strike="noStrike">
              <a:solidFill>
                <a:srgbClr val="000000"/>
              </a:solidFill>
              <a:latin typeface="Arial"/>
            </a:endParaRPr>
          </a:p>
          <a:p>
            <a:pPr marL="289080" indent="-301680">
              <a:lnSpc>
                <a:spcPct val="100000"/>
              </a:lnSpc>
              <a:spcBef>
                <a:spcPts val="1199"/>
              </a:spcBef>
              <a:buClr>
                <a:srgbClr val="b83232"/>
              </a:buClr>
              <a:buFont typeface="Noto Sans Symbols"/>
              <a:buChar char="▪"/>
              <a:tabLst>
                <a:tab algn="l" pos="0"/>
              </a:tabLst>
            </a:pPr>
            <a:r>
              <a:rPr b="0" lang="en-US" sz="2000" spc="-1" strike="noStrike">
                <a:solidFill>
                  <a:schemeClr val="dk1"/>
                </a:solidFill>
                <a:latin typeface="Verdana"/>
                <a:ea typeface="Verdana"/>
              </a:rPr>
              <a:t>After the opening, corpus frequency orders everything else.</a:t>
            </a:r>
            <a:endParaRPr b="0" lang="en-US" sz="2000" spc="-1" strike="noStrike">
              <a:solidFill>
                <a:srgbClr val="000000"/>
              </a:solidFill>
              <a:latin typeface="Arial"/>
            </a:endParaRPr>
          </a:p>
        </p:txBody>
      </p:sp>
      <p:sp>
        <p:nvSpPr>
          <p:cNvPr id="405" name="PlaceHolder 4"/>
          <p:cNvSpPr>
            <a:spLocks noGrp="1"/>
          </p:cNvSpPr>
          <p:nvPr>
            <p:ph type="sldNum" idx="18"/>
          </p:nvPr>
        </p:nvSpPr>
        <p:spPr>
          <a:xfrm>
            <a:off x="5587920" y="6335280"/>
            <a:ext cx="1015200" cy="2491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000" spc="-1" strike="noStrike">
                <a:solidFill>
                  <a:schemeClr val="dk1"/>
                </a:solidFill>
                <a:latin typeface="Verdana"/>
                <a:ea typeface="Verdana"/>
              </a:defRPr>
            </a:lvl1pPr>
          </a:lstStyle>
          <a:p>
            <a:pPr indent="0" algn="ctr">
              <a:lnSpc>
                <a:spcPct val="100000"/>
              </a:lnSpc>
              <a:buNone/>
              <a:tabLst>
                <a:tab algn="l" pos="0"/>
              </a:tabLst>
            </a:pPr>
            <a:fld id="{23694DE6-3627-4826-BB4D-E0B154278502}" type="slidenum">
              <a:rPr b="0" lang="en-US" sz="1000" spc="-1" strike="noStrike">
                <a:solidFill>
                  <a:schemeClr val="dk1"/>
                </a:solidFill>
                <a:latin typeface="Verdana"/>
                <a:ea typeface="Verdana"/>
              </a:rPr>
              <a:t>15</a:t>
            </a:fld>
            <a:endParaRPr b="0" lang="en-US" sz="1000" spc="-1" strike="noStrike">
              <a:solidFill>
                <a:srgbClr val="000000"/>
              </a:solidFill>
              <a:latin typeface="Times New Roman"/>
            </a:endParaRPr>
          </a:p>
        </p:txBody>
      </p:sp>
    </p:spTree>
  </p:cSld>
  <mc:AlternateContent>
    <mc:Choice Requires="p14">
      <p:transition spd="med" p14:dur="70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6" name="PlaceHolder 1"/>
          <p:cNvSpPr>
            <a:spLocks noGrp="1"/>
          </p:cNvSpPr>
          <p:nvPr>
            <p:ph type="title"/>
          </p:nvPr>
        </p:nvSpPr>
        <p:spPr>
          <a:xfrm>
            <a:off x="1997280" y="1632960"/>
            <a:ext cx="8386560" cy="1652400"/>
          </a:xfrm>
          <a:prstGeom prst="rect">
            <a:avLst/>
          </a:prstGeom>
          <a:noFill/>
          <a:ln w="0">
            <a:noFill/>
          </a:ln>
        </p:spPr>
        <p:txBody>
          <a:bodyPr lIns="90000" rIns="90000" tIns="45000" bIns="45000" anchor="b">
            <a:normAutofit/>
          </a:bodyPr>
          <a:p>
            <a:pPr indent="0">
              <a:lnSpc>
                <a:spcPct val="85000"/>
              </a:lnSpc>
              <a:buNone/>
              <a:tabLst>
                <a:tab algn="l" pos="0"/>
              </a:tabLst>
            </a:pPr>
            <a:r>
              <a:rPr b="1" lang="en-US" sz="4800" spc="-1" strike="noStrike">
                <a:solidFill>
                  <a:schemeClr val="dk1"/>
                </a:solidFill>
                <a:latin typeface="Oswald"/>
                <a:ea typeface="Oswald"/>
              </a:rPr>
              <a:t>Part 3</a:t>
            </a:r>
            <a:endParaRPr b="0" lang="en-US" sz="4800" spc="-1" strike="noStrike">
              <a:solidFill>
                <a:srgbClr val="000000"/>
              </a:solidFill>
              <a:latin typeface="Arial"/>
            </a:endParaRPr>
          </a:p>
          <a:p>
            <a:pPr indent="0">
              <a:lnSpc>
                <a:spcPct val="85000"/>
              </a:lnSpc>
              <a:buNone/>
              <a:tabLst>
                <a:tab algn="l" pos="0"/>
              </a:tabLst>
            </a:pPr>
            <a:r>
              <a:rPr b="1" lang="en-US" sz="4800" spc="-1" strike="noStrike">
                <a:solidFill>
                  <a:schemeClr val="dk1"/>
                </a:solidFill>
                <a:latin typeface="Oswald"/>
                <a:ea typeface="Oswald"/>
              </a:rPr>
              <a:t>Localization in Persian</a:t>
            </a:r>
            <a:endParaRPr b="0" lang="en-US" sz="4800" spc="-1" strike="noStrike">
              <a:solidFill>
                <a:srgbClr val="000000"/>
              </a:solidFill>
              <a:latin typeface="Arial"/>
            </a:endParaRPr>
          </a:p>
        </p:txBody>
      </p:sp>
      <p:sp>
        <p:nvSpPr>
          <p:cNvPr id="407" name="PlaceHolder 2"/>
          <p:cNvSpPr>
            <a:spLocks noGrp="1"/>
          </p:cNvSpPr>
          <p:nvPr>
            <p:ph/>
          </p:nvPr>
        </p:nvSpPr>
        <p:spPr>
          <a:xfrm>
            <a:off x="2122200" y="3286440"/>
            <a:ext cx="8328600" cy="597600"/>
          </a:xfrm>
          <a:prstGeom prst="rect">
            <a:avLst/>
          </a:prstGeom>
          <a:noFill/>
          <a:ln w="0">
            <a:noFill/>
          </a:ln>
        </p:spPr>
        <p:txBody>
          <a:bodyPr lIns="0" rIns="90000" tIns="45000" bIns="45000" anchor="t">
            <a:noAutofit/>
          </a:bodyPr>
          <a:p>
            <a:pPr indent="0">
              <a:lnSpc>
                <a:spcPct val="100000"/>
              </a:lnSpc>
              <a:spcBef>
                <a:spcPts val="799"/>
              </a:spcBef>
              <a:spcAft>
                <a:spcPts val="799"/>
              </a:spcAft>
              <a:buNone/>
              <a:tabLst>
                <a:tab algn="l" pos="0"/>
              </a:tabLst>
            </a:pPr>
            <a:r>
              <a:rPr b="0" lang="en-US" sz="2400" spc="-1" strike="noStrike">
                <a:solidFill>
                  <a:schemeClr val="dk1"/>
                </a:solidFill>
                <a:latin typeface="Verdana"/>
                <a:ea typeface="Verdana"/>
              </a:rPr>
              <a:t>From the interface to the generated textbook — </a:t>
            </a:r>
            <a:r>
              <a:rPr b="0" lang="hi-IN" sz="2400" spc="-1" strike="noStrike">
                <a:solidFill>
                  <a:schemeClr val="dk1"/>
                </a:solidFill>
                <a:latin typeface="Arial"/>
                <a:cs typeface="Arial"/>
              </a:rPr>
              <a:t>فارسی</a:t>
            </a:r>
            <a:r>
              <a:rPr b="0" lang="en-US" sz="2400" spc="-1" strike="noStrike">
                <a:solidFill>
                  <a:schemeClr val="dk1"/>
                </a:solidFill>
                <a:latin typeface="Verdana"/>
                <a:ea typeface="Verdana"/>
              </a:rPr>
              <a:t> </a:t>
            </a:r>
            <a:r>
              <a:rPr b="0" lang="en-US" sz="2400" spc="-1" strike="noStrike">
                <a:solidFill>
                  <a:schemeClr val="dk1"/>
                </a:solidFill>
                <a:latin typeface="Verdana"/>
                <a:ea typeface="Verdana"/>
              </a:rPr>
              <a:t>throughout</a:t>
            </a:r>
            <a:endParaRPr b="0" lang="en-US" sz="2400" spc="-1" strike="noStrike">
              <a:solidFill>
                <a:srgbClr val="000000"/>
              </a:solidFill>
              <a:latin typeface="Arial"/>
            </a:endParaRPr>
          </a:p>
        </p:txBody>
      </p:sp>
      <p:sp>
        <p:nvSpPr>
          <p:cNvPr id="408" name="PlaceHolder 3"/>
          <p:cNvSpPr>
            <a:spLocks noGrp="1"/>
          </p:cNvSpPr>
          <p:nvPr>
            <p:ph type="sldNum" idx="19"/>
          </p:nvPr>
        </p:nvSpPr>
        <p:spPr>
          <a:xfrm>
            <a:off x="5587920" y="6335280"/>
            <a:ext cx="1015200" cy="2491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000" spc="-1" strike="noStrike">
                <a:solidFill>
                  <a:schemeClr val="dk1"/>
                </a:solidFill>
                <a:latin typeface="Verdana"/>
                <a:ea typeface="Verdana"/>
              </a:defRPr>
            </a:lvl1pPr>
          </a:lstStyle>
          <a:p>
            <a:pPr indent="0" algn="ctr">
              <a:lnSpc>
                <a:spcPct val="100000"/>
              </a:lnSpc>
              <a:buNone/>
              <a:tabLst>
                <a:tab algn="l" pos="0"/>
              </a:tabLst>
            </a:pPr>
            <a:r>
              <a:rPr b="0" lang="en-US" sz="1000" spc="-1" strike="noStrike">
                <a:solidFill>
                  <a:schemeClr val="dk1"/>
                </a:solidFill>
                <a:latin typeface="Verdana"/>
                <a:ea typeface="Verdana"/>
              </a:rPr>
              <a:t>PAGE  </a:t>
            </a:r>
            <a:fld id="{E7C1E81C-7C3B-4676-A307-0A5C905C0379}" type="slidenum">
              <a:rPr b="0" lang="en-US" sz="1000" spc="-1" strike="noStrike">
                <a:solidFill>
                  <a:schemeClr val="dk1"/>
                </a:solidFill>
                <a:latin typeface="Verdana"/>
                <a:ea typeface="Verdana"/>
              </a:rPr>
              <a:t>16</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9" name="PlaceHolder 1"/>
          <p:cNvSpPr>
            <a:spLocks noGrp="1"/>
          </p:cNvSpPr>
          <p:nvPr>
            <p:ph type="title"/>
          </p:nvPr>
        </p:nvSpPr>
        <p:spPr>
          <a:xfrm>
            <a:off x="-43560" y="265680"/>
            <a:ext cx="7356240" cy="693000"/>
          </a:xfrm>
          <a:prstGeom prst="rect">
            <a:avLst/>
          </a:prstGeom>
          <a:solidFill>
            <a:srgbClr val="000000"/>
          </a:solidFill>
          <a:ln w="0">
            <a:noFill/>
          </a:ln>
        </p:spPr>
        <p:txBody>
          <a:bodyPr lIns="365760" rIns="90000" tIns="45000" bIns="45000" anchor="ctr">
            <a:normAutofit fontScale="85000"/>
          </a:bodyPr>
          <a:p>
            <a:pPr marL="193320" indent="0">
              <a:lnSpc>
                <a:spcPct val="85000"/>
              </a:lnSpc>
              <a:buNone/>
              <a:tabLst>
                <a:tab algn="l" pos="0"/>
              </a:tabLst>
            </a:pPr>
            <a:r>
              <a:rPr b="1" lang="en-US" sz="3200" spc="-1" strike="noStrike">
                <a:solidFill>
                  <a:schemeClr val="lt1"/>
                </a:solidFill>
                <a:latin typeface="Oswald"/>
                <a:ea typeface="Oswald"/>
              </a:rPr>
              <a:t>What localization actually touched</a:t>
            </a:r>
            <a:endParaRPr b="0" lang="en-US" sz="3200" spc="-1" strike="noStrike">
              <a:solidFill>
                <a:srgbClr val="ffffff"/>
              </a:solidFill>
              <a:latin typeface="Arial"/>
            </a:endParaRPr>
          </a:p>
        </p:txBody>
      </p:sp>
      <p:sp>
        <p:nvSpPr>
          <p:cNvPr id="410" name="PlaceHolder 2"/>
          <p:cNvSpPr>
            <a:spLocks noGrp="1"/>
          </p:cNvSpPr>
          <p:nvPr>
            <p:ph/>
          </p:nvPr>
        </p:nvSpPr>
        <p:spPr>
          <a:xfrm>
            <a:off x="673920" y="1367280"/>
            <a:ext cx="7550280" cy="4388400"/>
          </a:xfrm>
          <a:prstGeom prst="rect">
            <a:avLst/>
          </a:prstGeom>
          <a:noFill/>
          <a:ln w="0">
            <a:noFill/>
          </a:ln>
        </p:spPr>
        <p:txBody>
          <a:bodyPr lIns="90000" rIns="90000" tIns="45000" bIns="45000" anchor="t">
            <a:normAutofit fontScale="97000"/>
          </a:bodyPr>
          <a:p>
            <a:pPr marL="442440" indent="-344160">
              <a:lnSpc>
                <a:spcPct val="115000"/>
              </a:lnSpc>
              <a:spcBef>
                <a:spcPts val="1001"/>
              </a:spcBef>
              <a:buClr>
                <a:srgbClr val="b83232"/>
              </a:buClr>
              <a:buFont typeface="Verdana"/>
              <a:buChar char="▪"/>
            </a:pPr>
            <a:r>
              <a:rPr b="0" lang="en-US" sz="2000" spc="-1" strike="noStrike">
                <a:solidFill>
                  <a:schemeClr val="dk1"/>
                </a:solidFill>
                <a:latin typeface="Verdana"/>
                <a:ea typeface="Verdana"/>
              </a:rPr>
              <a:t>The interface, the lesson modules, the grammatical terminology and the exported textbook are all localized in Persian.</a:t>
            </a:r>
            <a:endParaRPr b="0" lang="en-US" sz="2000" spc="-1" strike="noStrike">
              <a:solidFill>
                <a:srgbClr val="000000"/>
              </a:solidFill>
              <a:latin typeface="Arial"/>
            </a:endParaRPr>
          </a:p>
          <a:p>
            <a:pPr marL="442440" indent="-344160">
              <a:lnSpc>
                <a:spcPct val="115000"/>
              </a:lnSpc>
              <a:spcBef>
                <a:spcPts val="1001"/>
              </a:spcBef>
              <a:buClr>
                <a:srgbClr val="b83232"/>
              </a:buClr>
              <a:buFont typeface="Verdana"/>
              <a:buChar char="▪"/>
            </a:pPr>
            <a:r>
              <a:rPr b="0" lang="en-US" sz="2000" spc="-1" strike="noStrike">
                <a:solidFill>
                  <a:schemeClr val="dk1"/>
                </a:solidFill>
                <a:latin typeface="Verdana"/>
                <a:ea typeface="Verdana"/>
              </a:rPr>
              <a:t>A curated English–Persian table keeps grammatical terms consistent.</a:t>
            </a:r>
            <a:endParaRPr b="0" lang="en-US" sz="2000" spc="-1" strike="noStrike">
              <a:solidFill>
                <a:srgbClr val="000000"/>
              </a:solidFill>
              <a:latin typeface="Arial"/>
            </a:endParaRPr>
          </a:p>
          <a:p>
            <a:pPr marL="442440" indent="-344160">
              <a:lnSpc>
                <a:spcPct val="115000"/>
              </a:lnSpc>
              <a:spcBef>
                <a:spcPts val="1001"/>
              </a:spcBef>
              <a:buClr>
                <a:srgbClr val="b83232"/>
              </a:buClr>
              <a:buFont typeface="Verdana"/>
              <a:buChar char="▪"/>
            </a:pPr>
            <a:r>
              <a:rPr b="0" lang="en-US" sz="2000" spc="-1" strike="noStrike">
                <a:solidFill>
                  <a:schemeClr val="dk1"/>
                </a:solidFill>
                <a:latin typeface="Verdana"/>
                <a:ea typeface="Verdana"/>
              </a:rPr>
              <a:t>One rule makes it translatable: no comparisons with the learner’s 1</a:t>
            </a:r>
            <a:r>
              <a:rPr b="0" lang="en-US" sz="2000" spc="-1" strike="noStrike" baseline="33000">
                <a:solidFill>
                  <a:schemeClr val="dk1"/>
                </a:solidFill>
                <a:latin typeface="Verdana"/>
                <a:ea typeface="Verdana"/>
              </a:rPr>
              <a:t>st</a:t>
            </a:r>
            <a:r>
              <a:rPr b="0" lang="en-US" sz="2000" spc="-1" strike="noStrike">
                <a:solidFill>
                  <a:schemeClr val="dk1"/>
                </a:solidFill>
                <a:latin typeface="Verdana"/>
                <a:ea typeface="Verdana"/>
              </a:rPr>
              <a:t> language.</a:t>
            </a:r>
            <a:endParaRPr b="0" lang="en-US" sz="2000" spc="-1" strike="noStrike">
              <a:solidFill>
                <a:srgbClr val="000000"/>
              </a:solidFill>
              <a:latin typeface="Arial"/>
            </a:endParaRPr>
          </a:p>
          <a:p>
            <a:pPr marL="442440" indent="-344160">
              <a:lnSpc>
                <a:spcPct val="115000"/>
              </a:lnSpc>
              <a:spcBef>
                <a:spcPts val="1001"/>
              </a:spcBef>
              <a:spcAft>
                <a:spcPts val="1001"/>
              </a:spcAft>
              <a:buClr>
                <a:srgbClr val="b83232"/>
              </a:buClr>
              <a:buFont typeface="Verdana"/>
              <a:buChar char="▪"/>
            </a:pPr>
            <a:r>
              <a:rPr b="0" lang="en-US" sz="2000" spc="-1" strike="noStrike">
                <a:solidFill>
                  <a:schemeClr val="dk1"/>
                </a:solidFill>
                <a:latin typeface="Verdana"/>
                <a:ea typeface="Verdana"/>
              </a:rPr>
              <a:t>Adding another language is one locale file plus translated modules.</a:t>
            </a:r>
            <a:endParaRPr b="0" lang="en-US" sz="2000" spc="-1" strike="noStrike">
              <a:solidFill>
                <a:srgbClr val="000000"/>
              </a:solidFill>
              <a:latin typeface="Arial"/>
            </a:endParaRPr>
          </a:p>
          <a:p>
            <a:pPr marL="442440" indent="-344160">
              <a:lnSpc>
                <a:spcPct val="115000"/>
              </a:lnSpc>
              <a:spcBef>
                <a:spcPts val="1001"/>
              </a:spcBef>
              <a:spcAft>
                <a:spcPts val="1001"/>
              </a:spcAft>
              <a:buClr>
                <a:srgbClr val="b83232"/>
              </a:buClr>
              <a:buFont typeface="Verdana"/>
              <a:buChar char="▪"/>
            </a:pPr>
            <a:r>
              <a:rPr b="0" lang="en-US" sz="2000" spc="-1" strike="noStrike">
                <a:solidFill>
                  <a:schemeClr val="dk1"/>
                </a:solidFill>
                <a:latin typeface="Verdana"/>
                <a:ea typeface="Verdana"/>
              </a:rPr>
              <a:t>Handling of mixed RTL and LTR content is already implemented.</a:t>
            </a:r>
            <a:endParaRPr b="0" lang="en-US" sz="2000" spc="-1" strike="noStrike">
              <a:solidFill>
                <a:srgbClr val="000000"/>
              </a:solidFill>
              <a:latin typeface="Arial"/>
            </a:endParaRPr>
          </a:p>
        </p:txBody>
      </p:sp>
      <p:sp>
        <p:nvSpPr>
          <p:cNvPr id="411" name="PlaceHolder 3"/>
          <p:cNvSpPr>
            <a:spLocks noGrp="1"/>
          </p:cNvSpPr>
          <p:nvPr>
            <p:ph type="sldNum" idx="20"/>
          </p:nvPr>
        </p:nvSpPr>
        <p:spPr>
          <a:xfrm>
            <a:off x="5587920" y="6335280"/>
            <a:ext cx="1014840" cy="2491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000" spc="-1" strike="noStrike">
                <a:solidFill>
                  <a:schemeClr val="dk1"/>
                </a:solidFill>
                <a:latin typeface="Verdana"/>
                <a:ea typeface="Verdana"/>
              </a:defRPr>
            </a:lvl1pPr>
          </a:lstStyle>
          <a:p>
            <a:pPr indent="0" algn="ctr">
              <a:lnSpc>
                <a:spcPct val="100000"/>
              </a:lnSpc>
              <a:buNone/>
              <a:tabLst>
                <a:tab algn="l" pos="0"/>
              </a:tabLst>
            </a:pPr>
            <a:fld id="{EEC91E7E-93E3-4149-BDED-3AE385F87D2A}" type="slidenum">
              <a:rPr b="0" lang="en-US" sz="1000" spc="-1" strike="noStrike">
                <a:solidFill>
                  <a:schemeClr val="dk1"/>
                </a:solidFill>
                <a:latin typeface="Verdana"/>
                <a:ea typeface="Verdana"/>
              </a:rPr>
              <a:t>17</a:t>
            </a:fld>
            <a:endParaRPr b="0" lang="en-US" sz="1000" spc="-1" strike="noStrike">
              <a:solidFill>
                <a:srgbClr val="000000"/>
              </a:solidFill>
              <a:latin typeface="Times New Roman"/>
            </a:endParaRPr>
          </a:p>
        </p:txBody>
      </p:sp>
    </p:spTree>
  </p:cSld>
  <mc:AlternateContent>
    <mc:Choice Requires="p14">
      <p:transition spd="med" p14:dur="70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2" name="PlaceHolder 1"/>
          <p:cNvSpPr>
            <a:spLocks noGrp="1"/>
          </p:cNvSpPr>
          <p:nvPr>
            <p:ph type="title"/>
          </p:nvPr>
        </p:nvSpPr>
        <p:spPr>
          <a:xfrm>
            <a:off x="-43560" y="265680"/>
            <a:ext cx="6433920" cy="648000"/>
          </a:xfrm>
          <a:prstGeom prst="rect">
            <a:avLst/>
          </a:prstGeom>
          <a:solidFill>
            <a:srgbClr val="000000"/>
          </a:solidFill>
          <a:ln w="0">
            <a:noFill/>
          </a:ln>
        </p:spPr>
        <p:txBody>
          <a:bodyPr lIns="90000" rIns="90000" tIns="45000" bIns="45000" anchor="ctr">
            <a:normAutofit/>
          </a:bodyPr>
          <a:p>
            <a:pPr marL="228600" indent="0">
              <a:lnSpc>
                <a:spcPct val="85000"/>
              </a:lnSpc>
              <a:buNone/>
              <a:tabLst>
                <a:tab algn="l" pos="0"/>
              </a:tabLst>
            </a:pPr>
            <a:r>
              <a:rPr b="1" lang="en-US" sz="3200" spc="-1" strike="noStrike">
                <a:solidFill>
                  <a:schemeClr val="lt1"/>
                </a:solidFill>
                <a:latin typeface="Oswald"/>
                <a:ea typeface="Oswald"/>
              </a:rPr>
              <a:t>The app in Persian</a:t>
            </a:r>
            <a:endParaRPr b="0" lang="en-US" sz="3200" spc="-1" strike="noStrike">
              <a:solidFill>
                <a:srgbClr val="ffffff"/>
              </a:solidFill>
              <a:latin typeface="Arial"/>
            </a:endParaRPr>
          </a:p>
        </p:txBody>
      </p:sp>
      <p:pic>
        <p:nvPicPr>
          <p:cNvPr id="413" name="Google Shape;243;p32" descr="Screenshot of the same Didaskalos app with Persian selected. The whole interface is mirrored right-to-left: the sidebar with the language selector, input source, lesson count of 40 and textbook type now sits on the right, and all labels and body text are in Persian. The Greek and Latin technical terms treebank, XML, RAG and Markdown stay left-to-right inside the Persian sentences."/>
          <p:cNvPicPr/>
          <p:nvPr/>
        </p:nvPicPr>
        <p:blipFill>
          <a:blip r:embed="rId1"/>
          <a:srcRect l="3549" t="0" r="0" b="0"/>
          <a:stretch/>
        </p:blipFill>
        <p:spPr>
          <a:xfrm>
            <a:off x="255960" y="1270800"/>
            <a:ext cx="11679120" cy="4902120"/>
          </a:xfrm>
          <a:prstGeom prst="rect">
            <a:avLst/>
          </a:prstGeom>
          <a:ln w="0">
            <a:noFill/>
          </a:ln>
        </p:spPr>
      </p:pic>
      <p:sp>
        <p:nvSpPr>
          <p:cNvPr id="414" name="TextBox 244"/>
          <p:cNvSpPr/>
          <p:nvPr/>
        </p:nvSpPr>
        <p:spPr>
          <a:xfrm>
            <a:off x="255960" y="6245280"/>
            <a:ext cx="11675880" cy="167040"/>
          </a:xfrm>
          <a:prstGeom prst="rect">
            <a:avLst/>
          </a:prstGeom>
          <a:noFill/>
          <a:ln w="0">
            <a:noFill/>
          </a:ln>
        </p:spPr>
        <p:style>
          <a:lnRef idx="0"/>
          <a:fillRef idx="0"/>
          <a:effectRef idx="0"/>
          <a:fontRef idx="minor"/>
        </p:style>
        <p:txBody>
          <a:bodyPr lIns="0" rIns="0" tIns="0" bIns="0" anchor="t">
            <a:spAutoFit/>
          </a:bodyPr>
          <a:p>
            <a:pPr>
              <a:lnSpc>
                <a:spcPct val="100000"/>
              </a:lnSpc>
            </a:pPr>
            <a:r>
              <a:rPr b="0" i="1" lang="en-US" sz="1100" spc="-1" strike="noStrike">
                <a:solidFill>
                  <a:srgbClr val="595959"/>
                </a:solidFill>
                <a:latin typeface="Verdana"/>
                <a:ea typeface="Arial"/>
              </a:rPr>
              <a:t>The same build, mirrored: sidebar on the right, Persian throughout, and Latin-script technical terms still reading left-to-right inside it.</a:t>
            </a:r>
            <a:endParaRPr b="0" lang="en-US" sz="1100" spc="-1" strike="noStrike">
              <a:solidFill>
                <a:srgbClr val="000000"/>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5" name="PlaceHolder 1"/>
          <p:cNvSpPr>
            <a:spLocks noGrp="1"/>
          </p:cNvSpPr>
          <p:nvPr>
            <p:ph type="title"/>
          </p:nvPr>
        </p:nvSpPr>
        <p:spPr>
          <a:xfrm>
            <a:off x="-43560" y="265680"/>
            <a:ext cx="6433920" cy="648000"/>
          </a:xfrm>
          <a:prstGeom prst="rect">
            <a:avLst/>
          </a:prstGeom>
          <a:solidFill>
            <a:srgbClr val="000000"/>
          </a:solidFill>
          <a:ln w="0">
            <a:noFill/>
          </a:ln>
        </p:spPr>
        <p:txBody>
          <a:bodyPr lIns="90000" rIns="90000" tIns="45000" bIns="45000" anchor="ctr">
            <a:normAutofit/>
          </a:bodyPr>
          <a:p>
            <a:pPr marL="228600" indent="0">
              <a:lnSpc>
                <a:spcPct val="85000"/>
              </a:lnSpc>
              <a:buNone/>
              <a:tabLst>
                <a:tab algn="l" pos="0"/>
              </a:tabLst>
            </a:pPr>
            <a:r>
              <a:rPr b="1" lang="en-US" sz="3200" spc="-1" strike="noStrike">
                <a:solidFill>
                  <a:schemeClr val="lt1"/>
                </a:solidFill>
                <a:latin typeface="Oswald"/>
                <a:ea typeface="Oswald"/>
              </a:rPr>
              <a:t>The project site in Persian</a:t>
            </a:r>
            <a:endParaRPr b="0" lang="en-US" sz="3200" spc="-1" strike="noStrike">
              <a:solidFill>
                <a:srgbClr val="ffffff"/>
              </a:solidFill>
              <a:latin typeface="Arial"/>
            </a:endParaRPr>
          </a:p>
        </p:txBody>
      </p:sp>
      <p:pic>
        <p:nvPicPr>
          <p:cNvPr id="416" name="Google Shape;250;p33" descr="Screenshot of the Didaskalos project website in Persian. A right-to-left navigation bar runs across the top with a Persian/English language toggle, and a dark banner below carries the Didaskalos logo and the Persian headline 'a personalised Ancient Greek textbook, built from the texts you choose'."/>
          <p:cNvPicPr/>
          <p:nvPr/>
        </p:nvPicPr>
        <p:blipFill>
          <a:blip r:embed="rId1"/>
          <a:stretch/>
        </p:blipFill>
        <p:spPr>
          <a:xfrm>
            <a:off x="564840" y="1067040"/>
            <a:ext cx="10925640" cy="5114880"/>
          </a:xfrm>
          <a:prstGeom prst="rect">
            <a:avLst/>
          </a:prstGeom>
          <a:ln w="0">
            <a:noFill/>
          </a:ln>
        </p:spPr>
      </p:pic>
      <p:sp>
        <p:nvSpPr>
          <p:cNvPr id="417" name="TextBox 251"/>
          <p:cNvSpPr/>
          <p:nvPr/>
        </p:nvSpPr>
        <p:spPr>
          <a:xfrm>
            <a:off x="567000" y="6245280"/>
            <a:ext cx="10926000" cy="167040"/>
          </a:xfrm>
          <a:prstGeom prst="rect">
            <a:avLst/>
          </a:prstGeom>
          <a:noFill/>
          <a:ln w="0">
            <a:noFill/>
          </a:ln>
        </p:spPr>
        <p:style>
          <a:lnRef idx="0"/>
          <a:fillRef idx="0"/>
          <a:effectRef idx="0"/>
          <a:fontRef idx="minor"/>
        </p:style>
        <p:txBody>
          <a:bodyPr lIns="0" rIns="0" tIns="0" bIns="0" anchor="t">
            <a:spAutoFit/>
          </a:bodyPr>
          <a:p>
            <a:pPr>
              <a:lnSpc>
                <a:spcPct val="100000"/>
              </a:lnSpc>
            </a:pPr>
            <a:r>
              <a:rPr b="0" i="1" lang="en-US" sz="1100" spc="-1" strike="noStrike">
                <a:solidFill>
                  <a:srgbClr val="595959"/>
                </a:solidFill>
                <a:latin typeface="Verdana"/>
                <a:ea typeface="Arial"/>
              </a:rPr>
              <a:t>Documentation and interface are localized together — a reader never has to pass through English to reach the tool.</a:t>
            </a:r>
            <a:endParaRPr b="0" lang="en-US" sz="1100" spc="-1" strike="noStrike">
              <a:solidFill>
                <a:srgbClr val="000000"/>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8" name="PlaceHolder 1"/>
          <p:cNvSpPr>
            <a:spLocks noGrp="1"/>
          </p:cNvSpPr>
          <p:nvPr>
            <p:ph type="title"/>
          </p:nvPr>
        </p:nvSpPr>
        <p:spPr>
          <a:xfrm>
            <a:off x="-43560" y="265680"/>
            <a:ext cx="9667800" cy="648000"/>
          </a:xfrm>
          <a:prstGeom prst="rect">
            <a:avLst/>
          </a:prstGeom>
          <a:solidFill>
            <a:srgbClr val="000000"/>
          </a:solidFill>
          <a:ln w="0">
            <a:noFill/>
          </a:ln>
        </p:spPr>
        <p:txBody>
          <a:bodyPr lIns="90000" rIns="90000" tIns="45000" bIns="45000" anchor="ctr">
            <a:normAutofit fontScale="74000"/>
          </a:bodyPr>
          <a:p>
            <a:pPr marL="168120" indent="0">
              <a:lnSpc>
                <a:spcPct val="85000"/>
              </a:lnSpc>
              <a:buNone/>
              <a:tabLst>
                <a:tab algn="l" pos="0"/>
              </a:tabLst>
            </a:pPr>
            <a:r>
              <a:rPr b="1" lang="en-US" sz="3200" spc="-1" strike="noStrike">
                <a:solidFill>
                  <a:schemeClr val="lt1"/>
                </a:solidFill>
                <a:latin typeface="Oswald"/>
                <a:ea typeface="Oswald"/>
              </a:rPr>
              <a:t>Generated exercises in Persian — nothing simplified</a:t>
            </a:r>
            <a:endParaRPr b="0" lang="en-US" sz="3200" spc="-1" strike="noStrike">
              <a:solidFill>
                <a:srgbClr val="ffffff"/>
              </a:solidFill>
              <a:latin typeface="Arial"/>
            </a:endParaRPr>
          </a:p>
        </p:txBody>
      </p:sp>
      <p:pic>
        <p:nvPicPr>
          <p:cNvPr id="419" name="Google Shape;257;p34" descr="Screenshot of a generated Persian exercise page. A numbered vocabulary list pairs Greek nouns with their genitive forms, then a section headed 'Exercise type 2: sentences' asks the learner, in Persian, to identify the nouns and adjectives belonging to the lesson. Eleven unaltered Greek sentences follow, each with its citation to the Iliad or Odyssey. The Greek runs left-to-right inside the right-to-left Persian page."/>
          <p:cNvPicPr/>
          <p:nvPr/>
        </p:nvPicPr>
        <p:blipFill>
          <a:blip r:embed="rId1"/>
          <a:srcRect l="0" t="11675" r="0" b="24118"/>
          <a:stretch/>
        </p:blipFill>
        <p:spPr>
          <a:xfrm>
            <a:off x="6393600" y="1117080"/>
            <a:ext cx="4807080" cy="4368240"/>
          </a:xfrm>
          <a:prstGeom prst="rect">
            <a:avLst/>
          </a:prstGeom>
          <a:ln w="0">
            <a:noFill/>
          </a:ln>
        </p:spPr>
      </p:pic>
      <p:pic>
        <p:nvPicPr>
          <p:cNvPr id="420" name="Google Shape;258;p34" descr="Screenshot of a generated Persian lesson page on adverbs. A first section defines the adverb with the Greek term ἐπίρρημα and a table pairing Greek question words (πῶς, πότε, ποῦ, πόσον) with Persian equivalents and example adverbs. A second section tabulates how adverbs are formed from adjectives, with columns for the adjective, its genitive plural, the adverb and its Persian meaning."/>
          <p:cNvPicPr/>
          <p:nvPr/>
        </p:nvPicPr>
        <p:blipFill>
          <a:blip r:embed="rId2"/>
          <a:srcRect l="3262" t="0" r="7" b="26333"/>
          <a:stretch/>
        </p:blipFill>
        <p:spPr>
          <a:xfrm>
            <a:off x="914400" y="1088280"/>
            <a:ext cx="4291560" cy="4625640"/>
          </a:xfrm>
          <a:prstGeom prst="rect">
            <a:avLst/>
          </a:prstGeom>
          <a:ln w="0">
            <a:noFill/>
          </a:ln>
        </p:spPr>
      </p:pic>
      <p:sp>
        <p:nvSpPr>
          <p:cNvPr id="421" name="TextBox 1"/>
          <p:cNvSpPr/>
          <p:nvPr/>
        </p:nvSpPr>
        <p:spPr>
          <a:xfrm>
            <a:off x="482760" y="5963400"/>
            <a:ext cx="4799880" cy="334440"/>
          </a:xfrm>
          <a:prstGeom prst="rect">
            <a:avLst/>
          </a:prstGeom>
          <a:noFill/>
          <a:ln w="0">
            <a:noFill/>
          </a:ln>
        </p:spPr>
        <p:style>
          <a:lnRef idx="0"/>
          <a:fillRef idx="0"/>
          <a:effectRef idx="0"/>
          <a:fontRef idx="minor"/>
        </p:style>
        <p:txBody>
          <a:bodyPr lIns="0" rIns="0" tIns="0" bIns="0" anchor="t">
            <a:spAutoFit/>
          </a:bodyPr>
          <a:p>
            <a:pPr>
              <a:lnSpc>
                <a:spcPct val="100000"/>
              </a:lnSpc>
            </a:pPr>
            <a:r>
              <a:rPr b="0" i="1" lang="en-US" sz="1100" spc="-1" strike="noStrike">
                <a:solidFill>
                  <a:srgbClr val="595959"/>
                </a:solidFill>
                <a:latin typeface="Verdana"/>
                <a:ea typeface="Arial"/>
              </a:rPr>
              <a:t>The lesson: Greek question words glossed in Persian, no English anywhere.</a:t>
            </a:r>
            <a:endParaRPr b="0" lang="en-US" sz="1100" spc="-1" strike="noStrike">
              <a:solidFill>
                <a:srgbClr val="000000"/>
              </a:solidFill>
              <a:latin typeface="Arial"/>
            </a:endParaRPr>
          </a:p>
        </p:txBody>
      </p:sp>
      <p:sp>
        <p:nvSpPr>
          <p:cNvPr id="422" name="TextBox 2"/>
          <p:cNvSpPr/>
          <p:nvPr/>
        </p:nvSpPr>
        <p:spPr>
          <a:xfrm>
            <a:off x="5943600" y="5943600"/>
            <a:ext cx="5714280" cy="167040"/>
          </a:xfrm>
          <a:prstGeom prst="rect">
            <a:avLst/>
          </a:prstGeom>
          <a:noFill/>
          <a:ln w="0">
            <a:noFill/>
          </a:ln>
        </p:spPr>
        <p:style>
          <a:lnRef idx="0"/>
          <a:fillRef idx="0"/>
          <a:effectRef idx="0"/>
          <a:fontRef idx="minor"/>
        </p:style>
        <p:txBody>
          <a:bodyPr lIns="0" rIns="0" tIns="0" bIns="0" anchor="t">
            <a:spAutoFit/>
          </a:bodyPr>
          <a:p>
            <a:pPr>
              <a:lnSpc>
                <a:spcPct val="100000"/>
              </a:lnSpc>
            </a:pPr>
            <a:r>
              <a:rPr b="0" i="1" lang="en-US" sz="1100" spc="-1" strike="noStrike">
                <a:solidFill>
                  <a:srgbClr val="595959"/>
                </a:solidFill>
                <a:latin typeface="Verdana"/>
                <a:ea typeface="Arial"/>
              </a:rPr>
              <a:t>Its exercises: the instruction in Persian, the sentences unaltered Homer.</a:t>
            </a:r>
            <a:endParaRPr b="0" lang="en-US" sz="1100" spc="-1" strike="noStrike">
              <a:solidFill>
                <a:srgbClr val="000000"/>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3" name="PlaceHolder 1"/>
          <p:cNvSpPr>
            <a:spLocks noGrp="1"/>
          </p:cNvSpPr>
          <p:nvPr>
            <p:ph/>
          </p:nvPr>
        </p:nvSpPr>
        <p:spPr>
          <a:xfrm>
            <a:off x="987120" y="1327320"/>
            <a:ext cx="9830520" cy="4593960"/>
          </a:xfrm>
          <a:prstGeom prst="rect">
            <a:avLst/>
          </a:prstGeom>
          <a:noFill/>
          <a:ln w="0">
            <a:noFill/>
          </a:ln>
        </p:spPr>
        <p:txBody>
          <a:bodyPr lIns="90000" rIns="90000" tIns="45000" bIns="45000" anchor="t">
            <a:normAutofit/>
          </a:bodyPr>
          <a:p>
            <a:pPr marL="457200" indent="-361800">
              <a:lnSpc>
                <a:spcPct val="100000"/>
              </a:lnSpc>
              <a:spcBef>
                <a:spcPts val="1599"/>
              </a:spcBef>
              <a:buClr>
                <a:srgbClr val="b83232"/>
              </a:buClr>
              <a:buFont typeface="Verdana"/>
              <a:buChar char="▪"/>
            </a:pPr>
            <a:r>
              <a:rPr b="0" lang="en-US" sz="1800" spc="-1" strike="noStrike">
                <a:solidFill>
                  <a:schemeClr val="dk1"/>
                </a:solidFill>
                <a:latin typeface="Verdana"/>
                <a:ea typeface="Verdana"/>
              </a:rPr>
              <a:t>The RAG-drafted grammar modules still need review — first drafts came from a retrieval pipeline over reference grammars (Smyth, Crosby &amp; Schaeffer).</a:t>
            </a:r>
            <a:endParaRPr b="0" lang="en-US" sz="1800" spc="-1" strike="noStrike">
              <a:solidFill>
                <a:srgbClr val="000000"/>
              </a:solidFill>
              <a:latin typeface="Arial"/>
            </a:endParaRPr>
          </a:p>
          <a:p>
            <a:pPr marL="457200" indent="-361800">
              <a:lnSpc>
                <a:spcPct val="100000"/>
              </a:lnSpc>
              <a:spcBef>
                <a:spcPts val="1599"/>
              </a:spcBef>
              <a:buClr>
                <a:srgbClr val="b83232"/>
              </a:buClr>
              <a:buFont typeface="Verdana"/>
              <a:buChar char="▪"/>
            </a:pPr>
            <a:r>
              <a:rPr b="0" lang="en-US" sz="1800" spc="-1" strike="noStrike">
                <a:solidFill>
                  <a:schemeClr val="dk1"/>
                </a:solidFill>
                <a:latin typeface="Verdana"/>
                <a:ea typeface="Verdana"/>
              </a:rPr>
              <a:t>Source treebanks sometimes disagree or carry undecodable or misaligned tags.</a:t>
            </a:r>
            <a:endParaRPr b="0" lang="en-US" sz="1800" spc="-1" strike="noStrike">
              <a:solidFill>
                <a:srgbClr val="000000"/>
              </a:solidFill>
              <a:latin typeface="Arial"/>
            </a:endParaRPr>
          </a:p>
          <a:p>
            <a:pPr marL="457200" indent="-361800">
              <a:lnSpc>
                <a:spcPct val="100000"/>
              </a:lnSpc>
              <a:spcBef>
                <a:spcPts val="1599"/>
              </a:spcBef>
              <a:buClr>
                <a:srgbClr val="b83232"/>
              </a:buClr>
              <a:buFont typeface="Verdana"/>
              <a:buChar char="▪"/>
            </a:pPr>
            <a:r>
              <a:rPr b="0" lang="en-US" sz="1800" spc="-1" strike="noStrike">
                <a:solidFill>
                  <a:schemeClr val="dk1"/>
                </a:solidFill>
                <a:latin typeface="Verdana"/>
                <a:ea typeface="Verdana"/>
              </a:rPr>
              <a:t>Whether the auto-selected exercises are genuinely useful still needs systematic evaluation.</a:t>
            </a:r>
            <a:endParaRPr b="0" lang="en-US" sz="1800" spc="-1" strike="noStrike">
              <a:solidFill>
                <a:srgbClr val="000000"/>
              </a:solidFill>
              <a:latin typeface="Arial"/>
            </a:endParaRPr>
          </a:p>
          <a:p>
            <a:pPr marL="457200" indent="-361800">
              <a:lnSpc>
                <a:spcPct val="100000"/>
              </a:lnSpc>
              <a:spcBef>
                <a:spcPts val="1599"/>
              </a:spcBef>
              <a:buClr>
                <a:srgbClr val="b83232"/>
              </a:buClr>
              <a:buFont typeface="Verdana"/>
              <a:buChar char="▪"/>
            </a:pPr>
            <a:r>
              <a:rPr b="0" lang="en-US" sz="1800" spc="-1" strike="noStrike">
                <a:solidFill>
                  <a:schemeClr val="dk1"/>
                </a:solidFill>
                <a:latin typeface="Verdana"/>
                <a:ea typeface="Verdana"/>
              </a:rPr>
              <a:t>Syntax is barely used — the syllabus is driven by morphology alone (adding Didakta would help).</a:t>
            </a:r>
            <a:endParaRPr b="0" lang="en-US" sz="1800" spc="-1" strike="noStrike">
              <a:solidFill>
                <a:srgbClr val="000000"/>
              </a:solidFill>
              <a:latin typeface="Arial"/>
            </a:endParaRPr>
          </a:p>
          <a:p>
            <a:pPr marL="457200" indent="-343080">
              <a:lnSpc>
                <a:spcPct val="100000"/>
              </a:lnSpc>
              <a:spcBef>
                <a:spcPts val="1599"/>
              </a:spcBef>
              <a:buClr>
                <a:srgbClr val="b83232"/>
              </a:buClr>
              <a:buFont typeface="Verdana"/>
              <a:buChar char="▪"/>
            </a:pPr>
            <a:r>
              <a:rPr b="0" lang="en-US" sz="1800" spc="-1" strike="noStrike">
                <a:solidFill>
                  <a:schemeClr val="dk1"/>
                </a:solidFill>
                <a:latin typeface="Verdana"/>
                <a:ea typeface="Verdana"/>
              </a:rPr>
              <a:t>Rare paradigms in the long tail still have no lesson file, so large builds can hit a “module not found”.</a:t>
            </a:r>
            <a:endParaRPr b="0" lang="en-US" sz="1800" spc="-1" strike="noStrike">
              <a:solidFill>
                <a:srgbClr val="000000"/>
              </a:solidFill>
              <a:latin typeface="Arial"/>
            </a:endParaRPr>
          </a:p>
          <a:p>
            <a:pPr marL="457200" indent="-343080">
              <a:lnSpc>
                <a:spcPct val="100000"/>
              </a:lnSpc>
              <a:spcBef>
                <a:spcPts val="1599"/>
              </a:spcBef>
              <a:buClr>
                <a:srgbClr val="b83232"/>
              </a:buClr>
              <a:buFont typeface="Verdana"/>
              <a:buChar char="▪"/>
            </a:pPr>
            <a:r>
              <a:rPr b="0" lang="en-US" sz="1800" spc="-1" strike="noStrike">
                <a:solidFill>
                  <a:schemeClr val="dk1"/>
                </a:solidFill>
                <a:latin typeface="Verdana"/>
                <a:ea typeface="Verdana"/>
              </a:rPr>
              <a:t>Greek set inside right-to-left Persian still needs some attention.</a:t>
            </a:r>
            <a:endParaRPr b="0" lang="en-US" sz="1800" spc="-1" strike="noStrike">
              <a:solidFill>
                <a:srgbClr val="000000"/>
              </a:solidFill>
              <a:latin typeface="Arial"/>
            </a:endParaRPr>
          </a:p>
        </p:txBody>
      </p:sp>
      <p:sp>
        <p:nvSpPr>
          <p:cNvPr id="424" name="PlaceHolder 2"/>
          <p:cNvSpPr>
            <a:spLocks noGrp="1"/>
          </p:cNvSpPr>
          <p:nvPr>
            <p:ph type="sldNum" idx="21"/>
          </p:nvPr>
        </p:nvSpPr>
        <p:spPr>
          <a:xfrm>
            <a:off x="5587920" y="6335280"/>
            <a:ext cx="1015200" cy="2491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000" spc="-1" strike="noStrike">
                <a:solidFill>
                  <a:schemeClr val="dk1"/>
                </a:solidFill>
                <a:latin typeface="Verdana"/>
                <a:ea typeface="Verdana"/>
              </a:defRPr>
            </a:lvl1pPr>
          </a:lstStyle>
          <a:p>
            <a:pPr indent="0" algn="ctr">
              <a:lnSpc>
                <a:spcPct val="100000"/>
              </a:lnSpc>
              <a:buNone/>
              <a:tabLst>
                <a:tab algn="l" pos="0"/>
              </a:tabLst>
            </a:pPr>
            <a:fld id="{FB9232DD-CB3A-4989-B7CB-56D5D22FE582}" type="slidenum">
              <a:rPr b="0" lang="en-US" sz="1000" spc="-1" strike="noStrike">
                <a:solidFill>
                  <a:schemeClr val="dk1"/>
                </a:solidFill>
                <a:latin typeface="Verdana"/>
                <a:ea typeface="Verdana"/>
              </a:rPr>
              <a:t>&lt;number&gt;</a:t>
            </a:fld>
            <a:endParaRPr b="0" lang="en-US" sz="1000" spc="-1" strike="noStrike">
              <a:solidFill>
                <a:srgbClr val="000000"/>
              </a:solidFill>
              <a:latin typeface="Times New Roman"/>
            </a:endParaRPr>
          </a:p>
        </p:txBody>
      </p:sp>
      <p:sp>
        <p:nvSpPr>
          <p:cNvPr id="425" name="PlaceHolder 3"/>
          <p:cNvSpPr>
            <a:spLocks noGrp="1"/>
          </p:cNvSpPr>
          <p:nvPr>
            <p:ph type="title"/>
          </p:nvPr>
        </p:nvSpPr>
        <p:spPr>
          <a:xfrm>
            <a:off x="-43560" y="265680"/>
            <a:ext cx="10861200" cy="648000"/>
          </a:xfrm>
          <a:prstGeom prst="rect">
            <a:avLst/>
          </a:prstGeom>
          <a:solidFill>
            <a:srgbClr val="000000"/>
          </a:solidFill>
          <a:ln w="0">
            <a:noFill/>
          </a:ln>
        </p:spPr>
        <p:txBody>
          <a:bodyPr lIns="90000" rIns="90000" tIns="45000" bIns="45000" anchor="ctr">
            <a:normAutofit/>
          </a:bodyPr>
          <a:p>
            <a:pPr marL="228600" indent="0">
              <a:lnSpc>
                <a:spcPct val="85000"/>
              </a:lnSpc>
              <a:buNone/>
              <a:tabLst>
                <a:tab algn="l" pos="0"/>
              </a:tabLst>
            </a:pPr>
            <a:r>
              <a:rPr b="1" lang="en-US" sz="3200" spc="-1" strike="noStrike">
                <a:solidFill>
                  <a:schemeClr val="lt1"/>
                </a:solidFill>
                <a:latin typeface="Oswald"/>
                <a:ea typeface="Oswald"/>
              </a:rPr>
              <a:t>Open problems I’m still working through</a:t>
            </a:r>
            <a:endParaRPr b="0" lang="en-US" sz="32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6" name="PlaceHolder 1"/>
          <p:cNvSpPr>
            <a:spLocks noGrp="1"/>
          </p:cNvSpPr>
          <p:nvPr>
            <p:ph type="title"/>
          </p:nvPr>
        </p:nvSpPr>
        <p:spPr>
          <a:xfrm>
            <a:off x="2057400" y="1044720"/>
            <a:ext cx="8009640" cy="2383560"/>
          </a:xfrm>
          <a:prstGeom prst="rect">
            <a:avLst/>
          </a:prstGeom>
          <a:noFill/>
          <a:ln w="0">
            <a:noFill/>
          </a:ln>
        </p:spPr>
        <p:txBody>
          <a:bodyPr lIns="90000" rIns="90000" tIns="45000" bIns="45000" anchor="b">
            <a:normAutofit/>
          </a:bodyPr>
          <a:p>
            <a:pPr indent="0">
              <a:lnSpc>
                <a:spcPct val="85000"/>
              </a:lnSpc>
              <a:buNone/>
              <a:tabLst>
                <a:tab algn="l" pos="0"/>
              </a:tabLst>
            </a:pPr>
            <a:r>
              <a:rPr b="1" lang="en-US" sz="5300" spc="-1" strike="noStrike">
                <a:solidFill>
                  <a:schemeClr val="dk1"/>
                </a:solidFill>
                <a:latin typeface="Oswald"/>
                <a:ea typeface="Oswald"/>
              </a:rPr>
              <a:t>Thank you!</a:t>
            </a:r>
            <a:endParaRPr b="0" lang="en-US" sz="5300" spc="-1" strike="noStrike">
              <a:solidFill>
                <a:srgbClr val="000000"/>
              </a:solidFill>
              <a:latin typeface="Arial"/>
            </a:endParaRPr>
          </a:p>
        </p:txBody>
      </p:sp>
      <p:sp>
        <p:nvSpPr>
          <p:cNvPr id="427" name="Google Shape;271;p36"/>
          <p:cNvSpPr/>
          <p:nvPr/>
        </p:nvSpPr>
        <p:spPr>
          <a:xfrm>
            <a:off x="2057400" y="4114800"/>
            <a:ext cx="6033960" cy="1736280"/>
          </a:xfrm>
          <a:prstGeom prst="rect">
            <a:avLst/>
          </a:prstGeom>
          <a:noFill/>
          <a:ln w="0">
            <a:noFill/>
          </a:ln>
        </p:spPr>
        <p:style>
          <a:lnRef idx="0"/>
          <a:fillRef idx="0"/>
          <a:effectRef idx="0"/>
          <a:fontRef idx="minor"/>
        </p:style>
        <p:txBody>
          <a:bodyPr lIns="0" rIns="45720" tIns="45000" bIns="45000" anchor="t">
            <a:noAutofit/>
          </a:bodyPr>
          <a:p>
            <a:pPr>
              <a:lnSpc>
                <a:spcPct val="100000"/>
              </a:lnSpc>
              <a:spcBef>
                <a:spcPts val="601"/>
              </a:spcBef>
              <a:tabLst>
                <a:tab algn="l" pos="0"/>
              </a:tabLst>
            </a:pPr>
            <a:r>
              <a:rPr b="0" lang="en-US" sz="1600" spc="-1" strike="noStrike">
                <a:solidFill>
                  <a:schemeClr val="dk1"/>
                </a:solidFill>
                <a:latin typeface="Arial"/>
                <a:ea typeface="Arial"/>
              </a:rPr>
              <a:t>Project site: </a:t>
            </a:r>
            <a:r>
              <a:rPr b="0" lang="en-US" sz="1600" spc="-1" strike="noStrike" u="sng">
                <a:solidFill>
                  <a:schemeClr val="hlink"/>
                </a:solidFill>
                <a:uFillTx/>
                <a:latin typeface="Arial"/>
                <a:ea typeface="Arial"/>
                <a:hlinkClick r:id="rId1"/>
              </a:rPr>
              <a:t>farnoosh-shamsian.github.io/didaskalos</a:t>
            </a:r>
            <a:endParaRPr b="0" lang="en-US" sz="1600" spc="-1" strike="noStrike">
              <a:solidFill>
                <a:srgbClr val="000000"/>
              </a:solidFill>
              <a:latin typeface="Arial"/>
            </a:endParaRPr>
          </a:p>
          <a:p>
            <a:pPr>
              <a:lnSpc>
                <a:spcPct val="100000"/>
              </a:lnSpc>
              <a:spcBef>
                <a:spcPts val="601"/>
              </a:spcBef>
              <a:tabLst>
                <a:tab algn="l" pos="0"/>
              </a:tabLst>
            </a:pPr>
            <a:endParaRPr b="0" lang="en-US" sz="600" spc="-1" strike="noStrike">
              <a:solidFill>
                <a:srgbClr val="000000"/>
              </a:solidFill>
              <a:latin typeface="Arial"/>
            </a:endParaRPr>
          </a:p>
          <a:p>
            <a:pPr>
              <a:lnSpc>
                <a:spcPct val="100000"/>
              </a:lnSpc>
              <a:tabLst>
                <a:tab algn="l" pos="0"/>
              </a:tabLst>
            </a:pPr>
            <a:r>
              <a:rPr b="0" lang="en-US" sz="1600" spc="-1" strike="noStrike">
                <a:solidFill>
                  <a:srgbClr val="000000"/>
                </a:solidFill>
                <a:latin typeface="Arial"/>
                <a:ea typeface="Arial"/>
              </a:rPr>
              <a:t>Try the app: </a:t>
            </a:r>
            <a:r>
              <a:rPr b="0" lang="en-US" sz="1600" spc="-1" strike="noStrike" u="sng">
                <a:solidFill>
                  <a:schemeClr val="hlink"/>
                </a:solidFill>
                <a:uFillTx/>
                <a:latin typeface="Arial"/>
                <a:ea typeface="Arial"/>
                <a:hlinkClick r:id="rId2"/>
              </a:rPr>
              <a:t>https://tinyurl.com/didaskalos</a:t>
            </a:r>
            <a:endParaRPr b="0" lang="en-US" sz="1600" spc="-1" strike="noStrike">
              <a:solidFill>
                <a:srgbClr val="000000"/>
              </a:solidFill>
              <a:latin typeface="Arial"/>
            </a:endParaRPr>
          </a:p>
          <a:p>
            <a:pPr>
              <a:lnSpc>
                <a:spcPct val="100000"/>
              </a:lnSpc>
              <a:spcBef>
                <a:spcPts val="601"/>
              </a:spcBef>
              <a:tabLst>
                <a:tab algn="l" pos="0"/>
              </a:tabLst>
            </a:pPr>
            <a:endParaRPr b="0" lang="en-US" sz="100" spc="-1" strike="noStrike">
              <a:solidFill>
                <a:srgbClr val="000000"/>
              </a:solidFill>
              <a:latin typeface="Arial"/>
            </a:endParaRPr>
          </a:p>
          <a:p>
            <a:pPr>
              <a:lnSpc>
                <a:spcPct val="100000"/>
              </a:lnSpc>
              <a:spcBef>
                <a:spcPts val="601"/>
              </a:spcBef>
              <a:tabLst>
                <a:tab algn="l" pos="0"/>
              </a:tabLst>
            </a:pPr>
            <a:r>
              <a:rPr b="0" lang="en-US" sz="1600" spc="-1" strike="noStrike">
                <a:solidFill>
                  <a:srgbClr val="000000"/>
                </a:solidFill>
                <a:latin typeface="Arial"/>
                <a:ea typeface="Arial"/>
              </a:rPr>
              <a:t>Code and corpora: </a:t>
            </a:r>
            <a:r>
              <a:rPr b="0" lang="en-US" sz="1600" spc="-1" strike="noStrike" u="sng">
                <a:solidFill>
                  <a:schemeClr val="hlink"/>
                </a:solidFill>
                <a:uFillTx/>
                <a:latin typeface="Arial"/>
                <a:ea typeface="Arial"/>
                <a:hlinkClick r:id="rId3"/>
              </a:rPr>
              <a:t>github.com/farnoosh-shamsian/didaskalos</a:t>
            </a:r>
            <a:endParaRPr b="0" lang="en-US" sz="1600" spc="-1" strike="noStrike">
              <a:solidFill>
                <a:srgbClr val="000000"/>
              </a:solidFill>
              <a:latin typeface="Arial"/>
            </a:endParaRPr>
          </a:p>
          <a:p>
            <a:pPr>
              <a:lnSpc>
                <a:spcPct val="100000"/>
              </a:lnSpc>
              <a:spcBef>
                <a:spcPts val="601"/>
              </a:spcBef>
              <a:tabLst>
                <a:tab algn="l" pos="0"/>
              </a:tabLst>
            </a:pPr>
            <a:endParaRPr b="0" lang="en-US" sz="1400" spc="-1" strike="noStrike">
              <a:solidFill>
                <a:srgbClr val="000000"/>
              </a:solidFill>
              <a:latin typeface="Arial"/>
            </a:endParaRPr>
          </a:p>
        </p:txBody>
      </p:sp>
      <p:pic>
        <p:nvPicPr>
          <p:cNvPr id="428" name="Google Shape;272;p36" descr="The Didaskalos project logo: a stylised Ionic column standing on an open book, with the word ΔΙΔΑΣΚΑΛΟΣ in Greek capitals beneath it."/>
          <p:cNvPicPr/>
          <p:nvPr/>
        </p:nvPicPr>
        <p:blipFill>
          <a:blip r:embed="rId4"/>
          <a:stretch/>
        </p:blipFill>
        <p:spPr>
          <a:xfrm>
            <a:off x="5298840" y="531720"/>
            <a:ext cx="2554560" cy="1423440"/>
          </a:xfrm>
          <a:prstGeom prst="rect">
            <a:avLst/>
          </a:prstGeom>
          <a:ln w="0">
            <a:noFill/>
          </a:ln>
        </p:spPr>
      </p:pic>
      <p:pic>
        <p:nvPicPr>
          <p:cNvPr id="429" name="Picture 273" descr="QR code linking to https://tinyurl.com/didaskalos, which opens the live Didaskalos app in a browser."/>
          <p:cNvPicPr/>
          <p:nvPr/>
        </p:nvPicPr>
        <p:blipFill>
          <a:blip r:embed="rId5"/>
          <a:stretch/>
        </p:blipFill>
        <p:spPr>
          <a:xfrm>
            <a:off x="8458200" y="2971800"/>
            <a:ext cx="1782000" cy="1782000"/>
          </a:xfrm>
          <a:prstGeom prst="rect">
            <a:avLst/>
          </a:prstGeom>
          <a:ln w="0">
            <a:noFill/>
          </a:ln>
        </p:spPr>
      </p:pic>
      <p:sp>
        <p:nvSpPr>
          <p:cNvPr id="430" name="TextBox 274"/>
          <p:cNvSpPr/>
          <p:nvPr/>
        </p:nvSpPr>
        <p:spPr>
          <a:xfrm>
            <a:off x="8195400" y="4711320"/>
            <a:ext cx="2239200" cy="167040"/>
          </a:xfrm>
          <a:prstGeom prst="rect">
            <a:avLst/>
          </a:prstGeom>
          <a:noFill/>
          <a:ln w="0">
            <a:noFill/>
          </a:ln>
        </p:spPr>
        <p:style>
          <a:lnRef idx="0"/>
          <a:fillRef idx="0"/>
          <a:effectRef idx="0"/>
          <a:fontRef idx="minor"/>
        </p:style>
        <p:txBody>
          <a:bodyPr lIns="0" rIns="0" tIns="0" bIns="0" anchor="t">
            <a:spAutoFit/>
          </a:bodyPr>
          <a:p>
            <a:pPr algn="ctr">
              <a:lnSpc>
                <a:spcPct val="100000"/>
              </a:lnSpc>
            </a:pPr>
            <a:r>
              <a:rPr b="0" i="1" lang="en-US" sz="1100" spc="-1" strike="noStrike">
                <a:solidFill>
                  <a:srgbClr val="595959"/>
                </a:solidFill>
                <a:latin typeface="Verdana"/>
                <a:ea typeface="Arial"/>
              </a:rPr>
              <a:t>Scan to open the app</a:t>
            </a:r>
            <a:endParaRPr b="0" lang="en-US" sz="1100" spc="-1" strike="noStrike">
              <a:solidFill>
                <a:srgbClr val="000000"/>
              </a:solidFill>
              <a:latin typeface="Arial"/>
            </a:endParaRPr>
          </a:p>
        </p:txBody>
      </p:sp>
      <p:sp>
        <p:nvSpPr>
          <p:cNvPr id="431" name="TextBox 275"/>
          <p:cNvSpPr/>
          <p:nvPr/>
        </p:nvSpPr>
        <p:spPr>
          <a:xfrm>
            <a:off x="1966320" y="5532120"/>
            <a:ext cx="6033960" cy="182160"/>
          </a:xfrm>
          <a:prstGeom prst="rect">
            <a:avLst/>
          </a:prstGeom>
          <a:noFill/>
          <a:ln w="0">
            <a:noFill/>
          </a:ln>
        </p:spPr>
        <p:style>
          <a:lnRef idx="0"/>
          <a:fillRef idx="0"/>
          <a:effectRef idx="0"/>
          <a:fontRef idx="minor"/>
        </p:style>
        <p:txBody>
          <a:bodyPr lIns="0" rIns="0" tIns="0" bIns="0" anchor="t">
            <a:spAutoFit/>
          </a:bodyPr>
          <a:p>
            <a:pPr>
              <a:lnSpc>
                <a:spcPct val="100000"/>
              </a:lnSpc>
            </a:pPr>
            <a:r>
              <a:rPr b="0" lang="en-US" sz="1200" spc="-1" strike="noStrike">
                <a:solidFill>
                  <a:srgbClr val="595959"/>
                </a:solidFill>
                <a:latin typeface="Verdana"/>
                <a:ea typeface="Arial"/>
              </a:rPr>
              <a:t>Farnoosh Shamsian · Didaskalos · Digital Pedagogy Institute 2026</a:t>
            </a:r>
            <a:endParaRPr b="0" lang="en-US" sz="1200" spc="-1" strike="noStrike">
              <a:solidFill>
                <a:srgbClr val="000000"/>
              </a:solidFill>
              <a:latin typeface="Arial"/>
            </a:endParaRPr>
          </a:p>
        </p:txBody>
      </p:sp>
    </p:spTree>
  </p:cSld>
  <mc:AlternateContent>
    <mc:Choice Requires="p14">
      <p:transition spd="med" p14:dur="700">
        <p:fade/>
      </p:transition>
    </mc:Choice>
    <mc:Fallback>
      <p:transition spd="med">
        <p:fade/>
      </p:transition>
    </mc:Fallback>
  </mc:AlternateContent>
</p:sld>
</file>

<file path=ppt/theme/theme1.xml><?xml version="1.0" encoding="utf-8"?>
<a:theme xmlns:a="http://schemas.openxmlformats.org/drawingml/2006/main" name="DPI 2026 GSlides">
  <a:themeElements>
    <a:clrScheme name="UWaterloo Library">
      <a:dk1>
        <a:srgbClr val="000000"/>
      </a:dk1>
      <a:lt1>
        <a:srgbClr val="ffffff"/>
      </a:lt1>
      <a:dk2>
        <a:srgbClr val="bfbfbf"/>
      </a:dk2>
      <a:lt2>
        <a:srgbClr val="ebebeb"/>
      </a:lt2>
      <a:accent1>
        <a:srgbClr val="b83232"/>
      </a:accent1>
      <a:accent2>
        <a:srgbClr val="f8d851"/>
      </a:accent2>
      <a:accent3>
        <a:srgbClr val="ff5656"/>
      </a:accent3>
      <a:accent4>
        <a:srgbClr val="434343"/>
      </a:accent4>
      <a:accent5>
        <a:srgbClr val="ed7e7c"/>
      </a:accent5>
      <a:accent6>
        <a:srgbClr val="96b09a"/>
      </a:accent6>
      <a:hlink>
        <a:srgbClr val="107f6e"/>
      </a:hlink>
      <a:folHlink>
        <a:srgbClr val="59595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DPI 2026 GSlides">
  <a:themeElements>
    <a:clrScheme name="UWaterloo Library">
      <a:dk1>
        <a:srgbClr val="000000"/>
      </a:dk1>
      <a:lt1>
        <a:srgbClr val="ffffff"/>
      </a:lt1>
      <a:dk2>
        <a:srgbClr val="bfbfbf"/>
      </a:dk2>
      <a:lt2>
        <a:srgbClr val="ebebeb"/>
      </a:lt2>
      <a:accent1>
        <a:srgbClr val="b83232"/>
      </a:accent1>
      <a:accent2>
        <a:srgbClr val="f8d851"/>
      </a:accent2>
      <a:accent3>
        <a:srgbClr val="ff5656"/>
      </a:accent3>
      <a:accent4>
        <a:srgbClr val="434343"/>
      </a:accent4>
      <a:accent5>
        <a:srgbClr val="ed7e7c"/>
      </a:accent5>
      <a:accent6>
        <a:srgbClr val="96b09a"/>
      </a:accent6>
      <a:hlink>
        <a:srgbClr val="107f6e"/>
      </a:hlink>
      <a:folHlink>
        <a:srgbClr val="59595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DPI 2026 GSlides">
  <a:themeElements>
    <a:clrScheme name="UWaterloo Library">
      <a:dk1>
        <a:srgbClr val="000000"/>
      </a:dk1>
      <a:lt1>
        <a:srgbClr val="ffffff"/>
      </a:lt1>
      <a:dk2>
        <a:srgbClr val="bfbfbf"/>
      </a:dk2>
      <a:lt2>
        <a:srgbClr val="ebebeb"/>
      </a:lt2>
      <a:accent1>
        <a:srgbClr val="b83232"/>
      </a:accent1>
      <a:accent2>
        <a:srgbClr val="f8d851"/>
      </a:accent2>
      <a:accent3>
        <a:srgbClr val="ff5656"/>
      </a:accent3>
      <a:accent4>
        <a:srgbClr val="434343"/>
      </a:accent4>
      <a:accent5>
        <a:srgbClr val="ed7e7c"/>
      </a:accent5>
      <a:accent6>
        <a:srgbClr val="96b09a"/>
      </a:accent6>
      <a:hlink>
        <a:srgbClr val="107f6e"/>
      </a:hlink>
      <a:folHlink>
        <a:srgbClr val="59595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DPI 2026 GSlides">
  <a:themeElements>
    <a:clrScheme name="UWaterloo Library">
      <a:dk1>
        <a:srgbClr val="000000"/>
      </a:dk1>
      <a:lt1>
        <a:srgbClr val="ffffff"/>
      </a:lt1>
      <a:dk2>
        <a:srgbClr val="bfbfbf"/>
      </a:dk2>
      <a:lt2>
        <a:srgbClr val="ebebeb"/>
      </a:lt2>
      <a:accent1>
        <a:srgbClr val="b83232"/>
      </a:accent1>
      <a:accent2>
        <a:srgbClr val="f8d851"/>
      </a:accent2>
      <a:accent3>
        <a:srgbClr val="ff5656"/>
      </a:accent3>
      <a:accent4>
        <a:srgbClr val="434343"/>
      </a:accent4>
      <a:accent5>
        <a:srgbClr val="ed7e7c"/>
      </a:accent5>
      <a:accent6>
        <a:srgbClr val="96b09a"/>
      </a:accent6>
      <a:hlink>
        <a:srgbClr val="107f6e"/>
      </a:hlink>
      <a:folHlink>
        <a:srgbClr val="59595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DPI 2026 GSlides">
  <a:themeElements>
    <a:clrScheme name="UWaterloo Library">
      <a:dk1>
        <a:srgbClr val="000000"/>
      </a:dk1>
      <a:lt1>
        <a:srgbClr val="ffffff"/>
      </a:lt1>
      <a:dk2>
        <a:srgbClr val="bfbfbf"/>
      </a:dk2>
      <a:lt2>
        <a:srgbClr val="ebebeb"/>
      </a:lt2>
      <a:accent1>
        <a:srgbClr val="b83232"/>
      </a:accent1>
      <a:accent2>
        <a:srgbClr val="f8d851"/>
      </a:accent2>
      <a:accent3>
        <a:srgbClr val="ff5656"/>
      </a:accent3>
      <a:accent4>
        <a:srgbClr val="434343"/>
      </a:accent4>
      <a:accent5>
        <a:srgbClr val="ed7e7c"/>
      </a:accent5>
      <a:accent6>
        <a:srgbClr val="96b09a"/>
      </a:accent6>
      <a:hlink>
        <a:srgbClr val="107f6e"/>
      </a:hlink>
      <a:folHlink>
        <a:srgbClr val="59595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name="DPI 2026 GSlides">
  <a:themeElements>
    <a:clrScheme name="UWaterloo Library">
      <a:dk1>
        <a:srgbClr val="000000"/>
      </a:dk1>
      <a:lt1>
        <a:srgbClr val="ffffff"/>
      </a:lt1>
      <a:dk2>
        <a:srgbClr val="bfbfbf"/>
      </a:dk2>
      <a:lt2>
        <a:srgbClr val="ebebeb"/>
      </a:lt2>
      <a:accent1>
        <a:srgbClr val="b83232"/>
      </a:accent1>
      <a:accent2>
        <a:srgbClr val="f8d851"/>
      </a:accent2>
      <a:accent3>
        <a:srgbClr val="ff5656"/>
      </a:accent3>
      <a:accent4>
        <a:srgbClr val="434343"/>
      </a:accent4>
      <a:accent5>
        <a:srgbClr val="ed7e7c"/>
      </a:accent5>
      <a:accent6>
        <a:srgbClr val="96b09a"/>
      </a:accent6>
      <a:hlink>
        <a:srgbClr val="107f6e"/>
      </a:hlink>
      <a:folHlink>
        <a:srgbClr val="59595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name="DPI 2026 GSlides">
  <a:themeElements>
    <a:clrScheme name="UWaterloo Library">
      <a:dk1>
        <a:srgbClr val="000000"/>
      </a:dk1>
      <a:lt1>
        <a:srgbClr val="ffffff"/>
      </a:lt1>
      <a:dk2>
        <a:srgbClr val="bfbfbf"/>
      </a:dk2>
      <a:lt2>
        <a:srgbClr val="ebebeb"/>
      </a:lt2>
      <a:accent1>
        <a:srgbClr val="b83232"/>
      </a:accent1>
      <a:accent2>
        <a:srgbClr val="f8d851"/>
      </a:accent2>
      <a:accent3>
        <a:srgbClr val="ff5656"/>
      </a:accent3>
      <a:accent4>
        <a:srgbClr val="434343"/>
      </a:accent4>
      <a:accent5>
        <a:srgbClr val="ed7e7c"/>
      </a:accent5>
      <a:accent6>
        <a:srgbClr val="96b09a"/>
      </a:accent6>
      <a:hlink>
        <a:srgbClr val="107f6e"/>
      </a:hlink>
      <a:folHlink>
        <a:srgbClr val="59595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name="DPI 2026 GSlides">
  <a:themeElements>
    <a:clrScheme name="UWaterloo Library">
      <a:dk1>
        <a:srgbClr val="000000"/>
      </a:dk1>
      <a:lt1>
        <a:srgbClr val="ffffff"/>
      </a:lt1>
      <a:dk2>
        <a:srgbClr val="bfbfbf"/>
      </a:dk2>
      <a:lt2>
        <a:srgbClr val="ebebeb"/>
      </a:lt2>
      <a:accent1>
        <a:srgbClr val="b83232"/>
      </a:accent1>
      <a:accent2>
        <a:srgbClr val="f8d851"/>
      </a:accent2>
      <a:accent3>
        <a:srgbClr val="ff5656"/>
      </a:accent3>
      <a:accent4>
        <a:srgbClr val="434343"/>
      </a:accent4>
      <a:accent5>
        <a:srgbClr val="ed7e7c"/>
      </a:accent5>
      <a:accent6>
        <a:srgbClr val="96b09a"/>
      </a:accent6>
      <a:hlink>
        <a:srgbClr val="107f6e"/>
      </a:hlink>
      <a:folHlink>
        <a:srgbClr val="59595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32</TotalTime>
  <Application>LibreOffice/7.5.3.2$Windows_X86_64 LibreOffice_project/9f56dff12ba03b9acd7730a5a481eea045e468f3</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dcterms:modified xsi:type="dcterms:W3CDTF">2026-07-31T19:11:11Z</dcterms:modified>
  <cp:revision>4</cp:revision>
  <dc:subject/>
  <dc:title/>
</cp:coreProperties>
</file>

<file path=docProps/custom.xml><?xml version="1.0" encoding="utf-8"?>
<Properties xmlns="http://schemas.openxmlformats.org/officeDocument/2006/custom-properties" xmlns:vt="http://schemas.openxmlformats.org/officeDocument/2006/docPropsVTypes"/>
</file>